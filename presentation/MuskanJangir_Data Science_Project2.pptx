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Gdp per Capita" id="{07C0734F-E394-48A9-889E-CEE194BE6D4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BF07AF-67B2-4359-ABC6-79AA25F410D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55C9B4E-5EE9-4C54-B809-2DDAEF78208C}">
      <dgm:prSet custT="1"/>
      <dgm:spPr/>
      <dgm:t>
        <a:bodyPr/>
        <a:lstStyle/>
        <a:p>
          <a:pPr algn="ctr"/>
          <a:r>
            <a:rPr lang="en-US" sz="2400" dirty="0"/>
            <a:t>Examine the relationship between female education indicators and economic growth.</a:t>
          </a:r>
        </a:p>
      </dgm:t>
    </dgm:pt>
    <dgm:pt modelId="{9BE20AC9-4F0A-4CF4-96BD-41A293ADEE6D}" type="parTrans" cxnId="{B3736040-F06F-43BF-B152-D6510DD2C8ED}">
      <dgm:prSet/>
      <dgm:spPr/>
      <dgm:t>
        <a:bodyPr/>
        <a:lstStyle/>
        <a:p>
          <a:endParaRPr lang="en-US"/>
        </a:p>
      </dgm:t>
    </dgm:pt>
    <dgm:pt modelId="{12017149-6837-41E0-B2B7-00BD379AFD13}" type="sibTrans" cxnId="{B3736040-F06F-43BF-B152-D6510DD2C8ED}">
      <dgm:prSet/>
      <dgm:spPr/>
      <dgm:t>
        <a:bodyPr/>
        <a:lstStyle/>
        <a:p>
          <a:endParaRPr lang="en-US"/>
        </a:p>
      </dgm:t>
    </dgm:pt>
    <dgm:pt modelId="{4794EAAF-2C7E-443C-B461-979B5771F1CF}">
      <dgm:prSet custT="1"/>
      <dgm:spPr/>
      <dgm:t>
        <a:bodyPr/>
        <a:lstStyle/>
        <a:p>
          <a:pPr algn="ctr"/>
          <a:r>
            <a:rPr lang="en-US" sz="2400" dirty="0"/>
            <a:t>Identify patterns between female literacy rates and GDP per capita.</a:t>
          </a:r>
        </a:p>
      </dgm:t>
    </dgm:pt>
    <dgm:pt modelId="{53FC9DA0-064E-468C-BF42-FD0E6C27B9E2}" type="parTrans" cxnId="{98FED73E-5760-4C2F-8B0C-64042E80689A}">
      <dgm:prSet/>
      <dgm:spPr/>
      <dgm:t>
        <a:bodyPr/>
        <a:lstStyle/>
        <a:p>
          <a:endParaRPr lang="en-US"/>
        </a:p>
      </dgm:t>
    </dgm:pt>
    <dgm:pt modelId="{1FEC8E97-5E55-40FC-B5F8-38543DB1E7BD}" type="sibTrans" cxnId="{98FED73E-5760-4C2F-8B0C-64042E80689A}">
      <dgm:prSet/>
      <dgm:spPr/>
      <dgm:t>
        <a:bodyPr/>
        <a:lstStyle/>
        <a:p>
          <a:endParaRPr lang="en-US"/>
        </a:p>
      </dgm:t>
    </dgm:pt>
    <dgm:pt modelId="{1F4CC6E7-FEBC-4B12-A2FA-C76499D8A264}">
      <dgm:prSet custT="1"/>
      <dgm:spPr/>
      <dgm:t>
        <a:bodyPr/>
        <a:lstStyle/>
        <a:p>
          <a:pPr algn="ctr"/>
          <a:r>
            <a:rPr lang="en-US" sz="2400" dirty="0"/>
            <a:t>Apply data science techniques to derive insights for public understanding</a:t>
          </a:r>
          <a:r>
            <a:rPr lang="en-US" sz="2900" dirty="0"/>
            <a:t>.</a:t>
          </a:r>
        </a:p>
      </dgm:t>
    </dgm:pt>
    <dgm:pt modelId="{20097B92-FA12-4103-8E0C-3639F1182237}" type="parTrans" cxnId="{9282AD34-E8CD-4657-89A9-50114289A2FB}">
      <dgm:prSet/>
      <dgm:spPr/>
      <dgm:t>
        <a:bodyPr/>
        <a:lstStyle/>
        <a:p>
          <a:endParaRPr lang="en-US"/>
        </a:p>
      </dgm:t>
    </dgm:pt>
    <dgm:pt modelId="{906FA620-4D80-4061-AFFD-9854E388CB38}" type="sibTrans" cxnId="{9282AD34-E8CD-4657-89A9-50114289A2FB}">
      <dgm:prSet/>
      <dgm:spPr/>
      <dgm:t>
        <a:bodyPr/>
        <a:lstStyle/>
        <a:p>
          <a:endParaRPr lang="en-US"/>
        </a:p>
      </dgm:t>
    </dgm:pt>
    <dgm:pt modelId="{8D1FFC64-40AB-430D-83E6-1B13A226D255}" type="pres">
      <dgm:prSet presAssocID="{89BF07AF-67B2-4359-ABC6-79AA25F410D5}" presName="outerComposite" presStyleCnt="0">
        <dgm:presLayoutVars>
          <dgm:chMax val="5"/>
          <dgm:dir/>
          <dgm:resizeHandles val="exact"/>
        </dgm:presLayoutVars>
      </dgm:prSet>
      <dgm:spPr/>
    </dgm:pt>
    <dgm:pt modelId="{1ABA5F91-9ADF-4643-AF4D-14BCFC241271}" type="pres">
      <dgm:prSet presAssocID="{89BF07AF-67B2-4359-ABC6-79AA25F410D5}" presName="dummyMaxCanvas" presStyleCnt="0">
        <dgm:presLayoutVars/>
      </dgm:prSet>
      <dgm:spPr/>
    </dgm:pt>
    <dgm:pt modelId="{CBFE3AA3-692E-48EE-95E4-90AF87F9DCE1}" type="pres">
      <dgm:prSet presAssocID="{89BF07AF-67B2-4359-ABC6-79AA25F410D5}" presName="ThreeNodes_1" presStyleLbl="node1" presStyleIdx="0" presStyleCnt="3">
        <dgm:presLayoutVars>
          <dgm:bulletEnabled val="1"/>
        </dgm:presLayoutVars>
      </dgm:prSet>
      <dgm:spPr/>
    </dgm:pt>
    <dgm:pt modelId="{33A130E4-3BE7-46BA-B550-B5C0254018FE}" type="pres">
      <dgm:prSet presAssocID="{89BF07AF-67B2-4359-ABC6-79AA25F410D5}" presName="ThreeNodes_2" presStyleLbl="node1" presStyleIdx="1" presStyleCnt="3">
        <dgm:presLayoutVars>
          <dgm:bulletEnabled val="1"/>
        </dgm:presLayoutVars>
      </dgm:prSet>
      <dgm:spPr/>
    </dgm:pt>
    <dgm:pt modelId="{5D769FE8-C96F-48C9-B720-BFC9D84428FB}" type="pres">
      <dgm:prSet presAssocID="{89BF07AF-67B2-4359-ABC6-79AA25F410D5}" presName="ThreeNodes_3" presStyleLbl="node1" presStyleIdx="2" presStyleCnt="3">
        <dgm:presLayoutVars>
          <dgm:bulletEnabled val="1"/>
        </dgm:presLayoutVars>
      </dgm:prSet>
      <dgm:spPr/>
    </dgm:pt>
    <dgm:pt modelId="{CFD10045-66EC-4E8F-A075-F9B1D6A3973C}" type="pres">
      <dgm:prSet presAssocID="{89BF07AF-67B2-4359-ABC6-79AA25F410D5}" presName="ThreeConn_1-2" presStyleLbl="fgAccFollowNode1" presStyleIdx="0" presStyleCnt="2">
        <dgm:presLayoutVars>
          <dgm:bulletEnabled val="1"/>
        </dgm:presLayoutVars>
      </dgm:prSet>
      <dgm:spPr/>
    </dgm:pt>
    <dgm:pt modelId="{2033A22A-E47F-4868-B067-B323ACF0B9F7}" type="pres">
      <dgm:prSet presAssocID="{89BF07AF-67B2-4359-ABC6-79AA25F410D5}" presName="ThreeConn_2-3" presStyleLbl="fgAccFollowNode1" presStyleIdx="1" presStyleCnt="2">
        <dgm:presLayoutVars>
          <dgm:bulletEnabled val="1"/>
        </dgm:presLayoutVars>
      </dgm:prSet>
      <dgm:spPr/>
    </dgm:pt>
    <dgm:pt modelId="{4CC3D21A-5655-40EF-89C7-64632B9B7ABC}" type="pres">
      <dgm:prSet presAssocID="{89BF07AF-67B2-4359-ABC6-79AA25F410D5}" presName="ThreeNodes_1_text" presStyleLbl="node1" presStyleIdx="2" presStyleCnt="3">
        <dgm:presLayoutVars>
          <dgm:bulletEnabled val="1"/>
        </dgm:presLayoutVars>
      </dgm:prSet>
      <dgm:spPr/>
    </dgm:pt>
    <dgm:pt modelId="{F132A522-CA75-499C-AF69-8901BF46AFC8}" type="pres">
      <dgm:prSet presAssocID="{89BF07AF-67B2-4359-ABC6-79AA25F410D5}" presName="ThreeNodes_2_text" presStyleLbl="node1" presStyleIdx="2" presStyleCnt="3">
        <dgm:presLayoutVars>
          <dgm:bulletEnabled val="1"/>
        </dgm:presLayoutVars>
      </dgm:prSet>
      <dgm:spPr/>
    </dgm:pt>
    <dgm:pt modelId="{D2C9062F-4624-4041-ACCE-CC35A0B2042A}" type="pres">
      <dgm:prSet presAssocID="{89BF07AF-67B2-4359-ABC6-79AA25F410D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C40320F-D3DE-4595-B266-48D58BABEF7D}" type="presOf" srcId="{1F4CC6E7-FEBC-4B12-A2FA-C76499D8A264}" destId="{D2C9062F-4624-4041-ACCE-CC35A0B2042A}" srcOrd="1" destOrd="0" presId="urn:microsoft.com/office/officeart/2005/8/layout/vProcess5"/>
    <dgm:cxn modelId="{FB20E11C-96BB-4274-B304-C360B3308FAF}" type="presOf" srcId="{4794EAAF-2C7E-443C-B461-979B5771F1CF}" destId="{33A130E4-3BE7-46BA-B550-B5C0254018FE}" srcOrd="0" destOrd="0" presId="urn:microsoft.com/office/officeart/2005/8/layout/vProcess5"/>
    <dgm:cxn modelId="{9282AD34-E8CD-4657-89A9-50114289A2FB}" srcId="{89BF07AF-67B2-4359-ABC6-79AA25F410D5}" destId="{1F4CC6E7-FEBC-4B12-A2FA-C76499D8A264}" srcOrd="2" destOrd="0" parTransId="{20097B92-FA12-4103-8E0C-3639F1182237}" sibTransId="{906FA620-4D80-4061-AFFD-9854E388CB38}"/>
    <dgm:cxn modelId="{98FED73E-5760-4C2F-8B0C-64042E80689A}" srcId="{89BF07AF-67B2-4359-ABC6-79AA25F410D5}" destId="{4794EAAF-2C7E-443C-B461-979B5771F1CF}" srcOrd="1" destOrd="0" parTransId="{53FC9DA0-064E-468C-BF42-FD0E6C27B9E2}" sibTransId="{1FEC8E97-5E55-40FC-B5F8-38543DB1E7BD}"/>
    <dgm:cxn modelId="{B3736040-F06F-43BF-B152-D6510DD2C8ED}" srcId="{89BF07AF-67B2-4359-ABC6-79AA25F410D5}" destId="{C55C9B4E-5EE9-4C54-B809-2DDAEF78208C}" srcOrd="0" destOrd="0" parTransId="{9BE20AC9-4F0A-4CF4-96BD-41A293ADEE6D}" sibTransId="{12017149-6837-41E0-B2B7-00BD379AFD13}"/>
    <dgm:cxn modelId="{63A6CA41-D346-4F54-A748-BC3A39EACC84}" type="presOf" srcId="{1F4CC6E7-FEBC-4B12-A2FA-C76499D8A264}" destId="{5D769FE8-C96F-48C9-B720-BFC9D84428FB}" srcOrd="0" destOrd="0" presId="urn:microsoft.com/office/officeart/2005/8/layout/vProcess5"/>
    <dgm:cxn modelId="{04F92B64-4528-41A5-8325-42C81C935AA6}" type="presOf" srcId="{C55C9B4E-5EE9-4C54-B809-2DDAEF78208C}" destId="{4CC3D21A-5655-40EF-89C7-64632B9B7ABC}" srcOrd="1" destOrd="0" presId="urn:microsoft.com/office/officeart/2005/8/layout/vProcess5"/>
    <dgm:cxn modelId="{11FFE67D-01E4-4565-808E-25EDC5C8E1FC}" type="presOf" srcId="{1FEC8E97-5E55-40FC-B5F8-38543DB1E7BD}" destId="{2033A22A-E47F-4868-B067-B323ACF0B9F7}" srcOrd="0" destOrd="0" presId="urn:microsoft.com/office/officeart/2005/8/layout/vProcess5"/>
    <dgm:cxn modelId="{D35C8F9D-F11B-42CE-893E-8E57103F8092}" type="presOf" srcId="{89BF07AF-67B2-4359-ABC6-79AA25F410D5}" destId="{8D1FFC64-40AB-430D-83E6-1B13A226D255}" srcOrd="0" destOrd="0" presId="urn:microsoft.com/office/officeart/2005/8/layout/vProcess5"/>
    <dgm:cxn modelId="{9C211DAD-4195-40D0-B758-4436F1FAB72A}" type="presOf" srcId="{4794EAAF-2C7E-443C-B461-979B5771F1CF}" destId="{F132A522-CA75-499C-AF69-8901BF46AFC8}" srcOrd="1" destOrd="0" presId="urn:microsoft.com/office/officeart/2005/8/layout/vProcess5"/>
    <dgm:cxn modelId="{9E21A8C6-412B-4E00-9525-C43ADDD48651}" type="presOf" srcId="{12017149-6837-41E0-B2B7-00BD379AFD13}" destId="{CFD10045-66EC-4E8F-A075-F9B1D6A3973C}" srcOrd="0" destOrd="0" presId="urn:microsoft.com/office/officeart/2005/8/layout/vProcess5"/>
    <dgm:cxn modelId="{08E186D3-D6FE-4D1E-AF14-239ED9B8C2D9}" type="presOf" srcId="{C55C9B4E-5EE9-4C54-B809-2DDAEF78208C}" destId="{CBFE3AA3-692E-48EE-95E4-90AF87F9DCE1}" srcOrd="0" destOrd="0" presId="urn:microsoft.com/office/officeart/2005/8/layout/vProcess5"/>
    <dgm:cxn modelId="{8BBB52AB-1E81-4153-8193-662F07D2AC8C}" type="presParOf" srcId="{8D1FFC64-40AB-430D-83E6-1B13A226D255}" destId="{1ABA5F91-9ADF-4643-AF4D-14BCFC241271}" srcOrd="0" destOrd="0" presId="urn:microsoft.com/office/officeart/2005/8/layout/vProcess5"/>
    <dgm:cxn modelId="{19D5E886-D5A4-4A04-9B3E-4C801453E7FA}" type="presParOf" srcId="{8D1FFC64-40AB-430D-83E6-1B13A226D255}" destId="{CBFE3AA3-692E-48EE-95E4-90AF87F9DCE1}" srcOrd="1" destOrd="0" presId="urn:microsoft.com/office/officeart/2005/8/layout/vProcess5"/>
    <dgm:cxn modelId="{D37BFB79-28BA-4629-84A4-B2939F8292ED}" type="presParOf" srcId="{8D1FFC64-40AB-430D-83E6-1B13A226D255}" destId="{33A130E4-3BE7-46BA-B550-B5C0254018FE}" srcOrd="2" destOrd="0" presId="urn:microsoft.com/office/officeart/2005/8/layout/vProcess5"/>
    <dgm:cxn modelId="{2564739F-4C8B-441B-A297-90A909F4A3BA}" type="presParOf" srcId="{8D1FFC64-40AB-430D-83E6-1B13A226D255}" destId="{5D769FE8-C96F-48C9-B720-BFC9D84428FB}" srcOrd="3" destOrd="0" presId="urn:microsoft.com/office/officeart/2005/8/layout/vProcess5"/>
    <dgm:cxn modelId="{B731718A-BDC3-4DA7-9381-E55E60782E69}" type="presParOf" srcId="{8D1FFC64-40AB-430D-83E6-1B13A226D255}" destId="{CFD10045-66EC-4E8F-A075-F9B1D6A3973C}" srcOrd="4" destOrd="0" presId="urn:microsoft.com/office/officeart/2005/8/layout/vProcess5"/>
    <dgm:cxn modelId="{F000361E-AA5A-435F-AC85-C3E4377CDCC7}" type="presParOf" srcId="{8D1FFC64-40AB-430D-83E6-1B13A226D255}" destId="{2033A22A-E47F-4868-B067-B323ACF0B9F7}" srcOrd="5" destOrd="0" presId="urn:microsoft.com/office/officeart/2005/8/layout/vProcess5"/>
    <dgm:cxn modelId="{61DD990E-855D-4379-9F89-DEBA7B99CF78}" type="presParOf" srcId="{8D1FFC64-40AB-430D-83E6-1B13A226D255}" destId="{4CC3D21A-5655-40EF-89C7-64632B9B7ABC}" srcOrd="6" destOrd="0" presId="urn:microsoft.com/office/officeart/2005/8/layout/vProcess5"/>
    <dgm:cxn modelId="{72CF32C4-35F0-489D-9558-6CC5ADC5519F}" type="presParOf" srcId="{8D1FFC64-40AB-430D-83E6-1B13A226D255}" destId="{F132A522-CA75-499C-AF69-8901BF46AFC8}" srcOrd="7" destOrd="0" presId="urn:microsoft.com/office/officeart/2005/8/layout/vProcess5"/>
    <dgm:cxn modelId="{9666D9DA-43B8-4179-9B02-A15E4899F91C}" type="presParOf" srcId="{8D1FFC64-40AB-430D-83E6-1B13A226D255}" destId="{D2C9062F-4624-4041-ACCE-CC35A0B2042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53690-8F8E-41DC-8819-1A5FFE075CA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6ED987C-B66F-4C15-9F6E-9067E60A1C88}">
      <dgm:prSet/>
      <dgm:spPr/>
      <dgm:t>
        <a:bodyPr/>
        <a:lstStyle/>
        <a:p>
          <a:r>
            <a:rPr lang="en-US" dirty="0"/>
            <a:t>Is female education associated with higher GDP per capita across countries?</a:t>
          </a:r>
        </a:p>
      </dgm:t>
    </dgm:pt>
    <dgm:pt modelId="{82FAEE80-6651-4413-BF32-E768CE3636F8}" type="parTrans" cxnId="{3EB59633-061B-4C81-887D-168FB46E12CC}">
      <dgm:prSet/>
      <dgm:spPr/>
      <dgm:t>
        <a:bodyPr/>
        <a:lstStyle/>
        <a:p>
          <a:endParaRPr lang="en-US"/>
        </a:p>
      </dgm:t>
    </dgm:pt>
    <dgm:pt modelId="{164B409D-7ED1-458E-93F8-B43FF442EC12}" type="sibTrans" cxnId="{3EB59633-061B-4C81-887D-168FB46E12C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CF76B26-04CD-4AE4-A488-2F412226D213}">
      <dgm:prSet/>
      <dgm:spPr/>
      <dgm:t>
        <a:bodyPr/>
        <a:lstStyle/>
        <a:p>
          <a:r>
            <a:rPr lang="en-US" dirty="0"/>
            <a:t>Which female education indicators have the strongest impact on economic growth?</a:t>
          </a:r>
        </a:p>
      </dgm:t>
    </dgm:pt>
    <dgm:pt modelId="{6C91F6A5-ABFD-4A81-B857-5EB68CA65819}" type="parTrans" cxnId="{1B15AEDE-3B46-41FA-85A2-13E78DE4FCE8}">
      <dgm:prSet/>
      <dgm:spPr/>
      <dgm:t>
        <a:bodyPr/>
        <a:lstStyle/>
        <a:p>
          <a:endParaRPr lang="en-US"/>
        </a:p>
      </dgm:t>
    </dgm:pt>
    <dgm:pt modelId="{B7459E85-D3F0-441B-9C89-F3A6D5594D8E}" type="sibTrans" cxnId="{1B15AEDE-3B46-41FA-85A2-13E78DE4FCE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75E503E-313A-46A5-82E5-2D3D657CDAE3}">
      <dgm:prSet/>
      <dgm:spPr/>
      <dgm:t>
        <a:bodyPr/>
        <a:lstStyle/>
        <a:p>
          <a:r>
            <a:rPr lang="en-US" dirty="0"/>
            <a:t>Can machine learning models predict GDP per capita using education-related features?</a:t>
          </a:r>
        </a:p>
      </dgm:t>
    </dgm:pt>
    <dgm:pt modelId="{538BEF2B-8F54-4928-90CF-DC62C6F8E8F1}" type="parTrans" cxnId="{BA818489-6E64-4F3C-B128-8BCCBBC04D86}">
      <dgm:prSet/>
      <dgm:spPr/>
      <dgm:t>
        <a:bodyPr/>
        <a:lstStyle/>
        <a:p>
          <a:endParaRPr lang="en-US"/>
        </a:p>
      </dgm:t>
    </dgm:pt>
    <dgm:pt modelId="{345314F4-F8AB-4498-9BBF-FB54CD4EB3C6}" type="sibTrans" cxnId="{BA818489-6E64-4F3C-B128-8BCCBBC04D8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9D54CDA-78B2-47E2-88A9-BDA0D89CDB2E}" type="pres">
      <dgm:prSet presAssocID="{CC553690-8F8E-41DC-8819-1A5FFE075CAB}" presName="Name0" presStyleCnt="0">
        <dgm:presLayoutVars>
          <dgm:animLvl val="lvl"/>
          <dgm:resizeHandles val="exact"/>
        </dgm:presLayoutVars>
      </dgm:prSet>
      <dgm:spPr/>
    </dgm:pt>
    <dgm:pt modelId="{14A25404-58DD-446A-9301-5C1F48063BC5}" type="pres">
      <dgm:prSet presAssocID="{C6ED987C-B66F-4C15-9F6E-9067E60A1C88}" presName="compositeNode" presStyleCnt="0">
        <dgm:presLayoutVars>
          <dgm:bulletEnabled val="1"/>
        </dgm:presLayoutVars>
      </dgm:prSet>
      <dgm:spPr/>
    </dgm:pt>
    <dgm:pt modelId="{51FA9D0B-53AC-4BD9-A391-46581560542E}" type="pres">
      <dgm:prSet presAssocID="{C6ED987C-B66F-4C15-9F6E-9067E60A1C88}" presName="bgRect" presStyleLbl="bgAccFollowNode1" presStyleIdx="0" presStyleCnt="3"/>
      <dgm:spPr/>
    </dgm:pt>
    <dgm:pt modelId="{71320018-311B-48A6-8F6C-B81A6E51728B}" type="pres">
      <dgm:prSet presAssocID="{164B409D-7ED1-458E-93F8-B43FF442EC1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D3442449-E1AE-48C3-8A7C-51DD53BDBD77}" type="pres">
      <dgm:prSet presAssocID="{C6ED987C-B66F-4C15-9F6E-9067E60A1C88}" presName="bottomLine" presStyleLbl="alignNode1" presStyleIdx="1" presStyleCnt="6">
        <dgm:presLayoutVars/>
      </dgm:prSet>
      <dgm:spPr/>
    </dgm:pt>
    <dgm:pt modelId="{C30EACE7-4463-4178-949F-346A8C401391}" type="pres">
      <dgm:prSet presAssocID="{C6ED987C-B66F-4C15-9F6E-9067E60A1C88}" presName="nodeText" presStyleLbl="bgAccFollowNode1" presStyleIdx="0" presStyleCnt="3">
        <dgm:presLayoutVars>
          <dgm:bulletEnabled val="1"/>
        </dgm:presLayoutVars>
      </dgm:prSet>
      <dgm:spPr/>
    </dgm:pt>
    <dgm:pt modelId="{472B4CAB-B2B0-4C80-ADCE-938FAC7EC49C}" type="pres">
      <dgm:prSet presAssocID="{164B409D-7ED1-458E-93F8-B43FF442EC12}" presName="sibTrans" presStyleCnt="0"/>
      <dgm:spPr/>
    </dgm:pt>
    <dgm:pt modelId="{1BABB897-D98D-45BC-876F-4136E5681654}" type="pres">
      <dgm:prSet presAssocID="{0CF76B26-04CD-4AE4-A488-2F412226D213}" presName="compositeNode" presStyleCnt="0">
        <dgm:presLayoutVars>
          <dgm:bulletEnabled val="1"/>
        </dgm:presLayoutVars>
      </dgm:prSet>
      <dgm:spPr/>
    </dgm:pt>
    <dgm:pt modelId="{778FD832-0485-46FB-97B3-35FD1DCEC73D}" type="pres">
      <dgm:prSet presAssocID="{0CF76B26-04CD-4AE4-A488-2F412226D213}" presName="bgRect" presStyleLbl="bgAccFollowNode1" presStyleIdx="1" presStyleCnt="3"/>
      <dgm:spPr/>
    </dgm:pt>
    <dgm:pt modelId="{57F5A5EC-4990-41A8-8E4C-2B7A5E55167D}" type="pres">
      <dgm:prSet presAssocID="{B7459E85-D3F0-441B-9C89-F3A6D5594D8E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EEDAACC-B648-460C-B715-7AA9FA3D75CB}" type="pres">
      <dgm:prSet presAssocID="{0CF76B26-04CD-4AE4-A488-2F412226D213}" presName="bottomLine" presStyleLbl="alignNode1" presStyleIdx="3" presStyleCnt="6">
        <dgm:presLayoutVars/>
      </dgm:prSet>
      <dgm:spPr/>
    </dgm:pt>
    <dgm:pt modelId="{91488C4D-0A9B-4F7E-A66D-A46B335B63C8}" type="pres">
      <dgm:prSet presAssocID="{0CF76B26-04CD-4AE4-A488-2F412226D213}" presName="nodeText" presStyleLbl="bgAccFollowNode1" presStyleIdx="1" presStyleCnt="3">
        <dgm:presLayoutVars>
          <dgm:bulletEnabled val="1"/>
        </dgm:presLayoutVars>
      </dgm:prSet>
      <dgm:spPr/>
    </dgm:pt>
    <dgm:pt modelId="{12005BB1-6937-44CA-81FE-60D86F516423}" type="pres">
      <dgm:prSet presAssocID="{B7459E85-D3F0-441B-9C89-F3A6D5594D8E}" presName="sibTrans" presStyleCnt="0"/>
      <dgm:spPr/>
    </dgm:pt>
    <dgm:pt modelId="{23F86369-2424-40B0-96C9-D7480D6EE8B0}" type="pres">
      <dgm:prSet presAssocID="{B75E503E-313A-46A5-82E5-2D3D657CDAE3}" presName="compositeNode" presStyleCnt="0">
        <dgm:presLayoutVars>
          <dgm:bulletEnabled val="1"/>
        </dgm:presLayoutVars>
      </dgm:prSet>
      <dgm:spPr/>
    </dgm:pt>
    <dgm:pt modelId="{31DEC024-642A-4150-A03B-ED0159A58CC0}" type="pres">
      <dgm:prSet presAssocID="{B75E503E-313A-46A5-82E5-2D3D657CDAE3}" presName="bgRect" presStyleLbl="bgAccFollowNode1" presStyleIdx="2" presStyleCnt="3"/>
      <dgm:spPr/>
    </dgm:pt>
    <dgm:pt modelId="{8A2E3C0C-A216-4C8F-BF47-688E0660CEB0}" type="pres">
      <dgm:prSet presAssocID="{345314F4-F8AB-4498-9BBF-FB54CD4EB3C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873E376-B36F-4F20-9893-ED7A8695217D}" type="pres">
      <dgm:prSet presAssocID="{B75E503E-313A-46A5-82E5-2D3D657CDAE3}" presName="bottomLine" presStyleLbl="alignNode1" presStyleIdx="5" presStyleCnt="6">
        <dgm:presLayoutVars/>
      </dgm:prSet>
      <dgm:spPr/>
    </dgm:pt>
    <dgm:pt modelId="{488E67F3-A8F6-43AC-9941-F9773C2C080D}" type="pres">
      <dgm:prSet presAssocID="{B75E503E-313A-46A5-82E5-2D3D657CDAE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8ECD1118-4FC4-43B9-9FE1-A319CC4E9BC7}" type="presOf" srcId="{164B409D-7ED1-458E-93F8-B43FF442EC12}" destId="{71320018-311B-48A6-8F6C-B81A6E51728B}" srcOrd="0" destOrd="0" presId="urn:microsoft.com/office/officeart/2016/7/layout/BasicLinearProcessNumbered"/>
    <dgm:cxn modelId="{3EB59633-061B-4C81-887D-168FB46E12CC}" srcId="{CC553690-8F8E-41DC-8819-1A5FFE075CAB}" destId="{C6ED987C-B66F-4C15-9F6E-9067E60A1C88}" srcOrd="0" destOrd="0" parTransId="{82FAEE80-6651-4413-BF32-E768CE3636F8}" sibTransId="{164B409D-7ED1-458E-93F8-B43FF442EC12}"/>
    <dgm:cxn modelId="{AB17CF37-FE5B-425D-9646-2576874A42D8}" type="presOf" srcId="{B7459E85-D3F0-441B-9C89-F3A6D5594D8E}" destId="{57F5A5EC-4990-41A8-8E4C-2B7A5E55167D}" srcOrd="0" destOrd="0" presId="urn:microsoft.com/office/officeart/2016/7/layout/BasicLinearProcessNumbered"/>
    <dgm:cxn modelId="{66A2D341-E765-48C0-A34F-0A09E053E3CA}" type="presOf" srcId="{B75E503E-313A-46A5-82E5-2D3D657CDAE3}" destId="{488E67F3-A8F6-43AC-9941-F9773C2C080D}" srcOrd="1" destOrd="0" presId="urn:microsoft.com/office/officeart/2016/7/layout/BasicLinearProcessNumbered"/>
    <dgm:cxn modelId="{F75DC256-D8C4-4951-A5B6-1FBAA917E1A6}" type="presOf" srcId="{B75E503E-313A-46A5-82E5-2D3D657CDAE3}" destId="{31DEC024-642A-4150-A03B-ED0159A58CC0}" srcOrd="0" destOrd="0" presId="urn:microsoft.com/office/officeart/2016/7/layout/BasicLinearProcessNumbered"/>
    <dgm:cxn modelId="{FC30527F-98C8-4A09-AFD0-FCF01F6C5574}" type="presOf" srcId="{C6ED987C-B66F-4C15-9F6E-9067E60A1C88}" destId="{C30EACE7-4463-4178-949F-346A8C401391}" srcOrd="1" destOrd="0" presId="urn:microsoft.com/office/officeart/2016/7/layout/BasicLinearProcessNumbered"/>
    <dgm:cxn modelId="{BA818489-6E64-4F3C-B128-8BCCBBC04D86}" srcId="{CC553690-8F8E-41DC-8819-1A5FFE075CAB}" destId="{B75E503E-313A-46A5-82E5-2D3D657CDAE3}" srcOrd="2" destOrd="0" parTransId="{538BEF2B-8F54-4928-90CF-DC62C6F8E8F1}" sibTransId="{345314F4-F8AB-4498-9BBF-FB54CD4EB3C6}"/>
    <dgm:cxn modelId="{0CC4E1A5-7EEB-410B-ADCD-D62320EA6EAC}" type="presOf" srcId="{0CF76B26-04CD-4AE4-A488-2F412226D213}" destId="{778FD832-0485-46FB-97B3-35FD1DCEC73D}" srcOrd="0" destOrd="0" presId="urn:microsoft.com/office/officeart/2016/7/layout/BasicLinearProcessNumbered"/>
    <dgm:cxn modelId="{F97052B0-8F59-4049-9713-669200057034}" type="presOf" srcId="{C6ED987C-B66F-4C15-9F6E-9067E60A1C88}" destId="{51FA9D0B-53AC-4BD9-A391-46581560542E}" srcOrd="0" destOrd="0" presId="urn:microsoft.com/office/officeart/2016/7/layout/BasicLinearProcessNumbered"/>
    <dgm:cxn modelId="{FCE04DD3-CC63-4171-A684-B50F59071F86}" type="presOf" srcId="{0CF76B26-04CD-4AE4-A488-2F412226D213}" destId="{91488C4D-0A9B-4F7E-A66D-A46B335B63C8}" srcOrd="1" destOrd="0" presId="urn:microsoft.com/office/officeart/2016/7/layout/BasicLinearProcessNumbered"/>
    <dgm:cxn modelId="{1B15AEDE-3B46-41FA-85A2-13E78DE4FCE8}" srcId="{CC553690-8F8E-41DC-8819-1A5FFE075CAB}" destId="{0CF76B26-04CD-4AE4-A488-2F412226D213}" srcOrd="1" destOrd="0" parTransId="{6C91F6A5-ABFD-4A81-B857-5EB68CA65819}" sibTransId="{B7459E85-D3F0-441B-9C89-F3A6D5594D8E}"/>
    <dgm:cxn modelId="{E75F33E4-E43F-4AF4-914E-1EF2A6450923}" type="presOf" srcId="{345314F4-F8AB-4498-9BBF-FB54CD4EB3C6}" destId="{8A2E3C0C-A216-4C8F-BF47-688E0660CEB0}" srcOrd="0" destOrd="0" presId="urn:microsoft.com/office/officeart/2016/7/layout/BasicLinearProcessNumbered"/>
    <dgm:cxn modelId="{23FC16F4-22D3-42A9-9E67-753DC50DB964}" type="presOf" srcId="{CC553690-8F8E-41DC-8819-1A5FFE075CAB}" destId="{D9D54CDA-78B2-47E2-88A9-BDA0D89CDB2E}" srcOrd="0" destOrd="0" presId="urn:microsoft.com/office/officeart/2016/7/layout/BasicLinearProcessNumbered"/>
    <dgm:cxn modelId="{93F690B0-A2FD-4D51-8E39-11C78BC58069}" type="presParOf" srcId="{D9D54CDA-78B2-47E2-88A9-BDA0D89CDB2E}" destId="{14A25404-58DD-446A-9301-5C1F48063BC5}" srcOrd="0" destOrd="0" presId="urn:microsoft.com/office/officeart/2016/7/layout/BasicLinearProcessNumbered"/>
    <dgm:cxn modelId="{3F76B59E-61E2-4373-840D-00D372BCE995}" type="presParOf" srcId="{14A25404-58DD-446A-9301-5C1F48063BC5}" destId="{51FA9D0B-53AC-4BD9-A391-46581560542E}" srcOrd="0" destOrd="0" presId="urn:microsoft.com/office/officeart/2016/7/layout/BasicLinearProcessNumbered"/>
    <dgm:cxn modelId="{F138C3FE-877D-47E5-9144-16840F25B603}" type="presParOf" srcId="{14A25404-58DD-446A-9301-5C1F48063BC5}" destId="{71320018-311B-48A6-8F6C-B81A6E51728B}" srcOrd="1" destOrd="0" presId="urn:microsoft.com/office/officeart/2016/7/layout/BasicLinearProcessNumbered"/>
    <dgm:cxn modelId="{75ACA554-5BAF-4B44-8F4F-ADE4525901A8}" type="presParOf" srcId="{14A25404-58DD-446A-9301-5C1F48063BC5}" destId="{D3442449-E1AE-48C3-8A7C-51DD53BDBD77}" srcOrd="2" destOrd="0" presId="urn:microsoft.com/office/officeart/2016/7/layout/BasicLinearProcessNumbered"/>
    <dgm:cxn modelId="{6DC66E30-4831-4537-B38E-40D975D04A6E}" type="presParOf" srcId="{14A25404-58DD-446A-9301-5C1F48063BC5}" destId="{C30EACE7-4463-4178-949F-346A8C401391}" srcOrd="3" destOrd="0" presId="urn:microsoft.com/office/officeart/2016/7/layout/BasicLinearProcessNumbered"/>
    <dgm:cxn modelId="{787D08A5-7671-4A9B-A805-832144B43BD9}" type="presParOf" srcId="{D9D54CDA-78B2-47E2-88A9-BDA0D89CDB2E}" destId="{472B4CAB-B2B0-4C80-ADCE-938FAC7EC49C}" srcOrd="1" destOrd="0" presId="urn:microsoft.com/office/officeart/2016/7/layout/BasicLinearProcessNumbered"/>
    <dgm:cxn modelId="{3C84CAF9-42EE-42A7-A63C-A1ADD6D0BFDB}" type="presParOf" srcId="{D9D54CDA-78B2-47E2-88A9-BDA0D89CDB2E}" destId="{1BABB897-D98D-45BC-876F-4136E5681654}" srcOrd="2" destOrd="0" presId="urn:microsoft.com/office/officeart/2016/7/layout/BasicLinearProcessNumbered"/>
    <dgm:cxn modelId="{F1D515FC-B8EA-40EC-B006-A75AEF5229B4}" type="presParOf" srcId="{1BABB897-D98D-45BC-876F-4136E5681654}" destId="{778FD832-0485-46FB-97B3-35FD1DCEC73D}" srcOrd="0" destOrd="0" presId="urn:microsoft.com/office/officeart/2016/7/layout/BasicLinearProcessNumbered"/>
    <dgm:cxn modelId="{9DA2B9CC-9536-4B12-A280-B5DF37B9E32F}" type="presParOf" srcId="{1BABB897-D98D-45BC-876F-4136E5681654}" destId="{57F5A5EC-4990-41A8-8E4C-2B7A5E55167D}" srcOrd="1" destOrd="0" presId="urn:microsoft.com/office/officeart/2016/7/layout/BasicLinearProcessNumbered"/>
    <dgm:cxn modelId="{F55FEC1A-2D39-45E8-B149-A462984086CA}" type="presParOf" srcId="{1BABB897-D98D-45BC-876F-4136E5681654}" destId="{7EEDAACC-B648-460C-B715-7AA9FA3D75CB}" srcOrd="2" destOrd="0" presId="urn:microsoft.com/office/officeart/2016/7/layout/BasicLinearProcessNumbered"/>
    <dgm:cxn modelId="{B8732931-01E9-4093-8710-7E7753D25D31}" type="presParOf" srcId="{1BABB897-D98D-45BC-876F-4136E5681654}" destId="{91488C4D-0A9B-4F7E-A66D-A46B335B63C8}" srcOrd="3" destOrd="0" presId="urn:microsoft.com/office/officeart/2016/7/layout/BasicLinearProcessNumbered"/>
    <dgm:cxn modelId="{6DAE827F-F4D5-44D1-BA47-8DB47BB6D177}" type="presParOf" srcId="{D9D54CDA-78B2-47E2-88A9-BDA0D89CDB2E}" destId="{12005BB1-6937-44CA-81FE-60D86F516423}" srcOrd="3" destOrd="0" presId="urn:microsoft.com/office/officeart/2016/7/layout/BasicLinearProcessNumbered"/>
    <dgm:cxn modelId="{1E5A8F44-7F13-4CB5-9D29-06B64E8045EF}" type="presParOf" srcId="{D9D54CDA-78B2-47E2-88A9-BDA0D89CDB2E}" destId="{23F86369-2424-40B0-96C9-D7480D6EE8B0}" srcOrd="4" destOrd="0" presId="urn:microsoft.com/office/officeart/2016/7/layout/BasicLinearProcessNumbered"/>
    <dgm:cxn modelId="{5CF5EF67-0020-4706-A6F0-31862CB9E4FA}" type="presParOf" srcId="{23F86369-2424-40B0-96C9-D7480D6EE8B0}" destId="{31DEC024-642A-4150-A03B-ED0159A58CC0}" srcOrd="0" destOrd="0" presId="urn:microsoft.com/office/officeart/2016/7/layout/BasicLinearProcessNumbered"/>
    <dgm:cxn modelId="{C63D02A6-74F7-4DB3-AAA1-6BA135A20DAD}" type="presParOf" srcId="{23F86369-2424-40B0-96C9-D7480D6EE8B0}" destId="{8A2E3C0C-A216-4C8F-BF47-688E0660CEB0}" srcOrd="1" destOrd="0" presId="urn:microsoft.com/office/officeart/2016/7/layout/BasicLinearProcessNumbered"/>
    <dgm:cxn modelId="{E6A3844B-D781-4C29-B1B3-AEFE743D3592}" type="presParOf" srcId="{23F86369-2424-40B0-96C9-D7480D6EE8B0}" destId="{B873E376-B36F-4F20-9893-ED7A8695217D}" srcOrd="2" destOrd="0" presId="urn:microsoft.com/office/officeart/2016/7/layout/BasicLinearProcessNumbered"/>
    <dgm:cxn modelId="{A785B0DF-B0EC-408B-98EF-5EBF3A594D2D}" type="presParOf" srcId="{23F86369-2424-40B0-96C9-D7480D6EE8B0}" destId="{488E67F3-A8F6-43AC-9941-F9773C2C080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2220CC-A0C9-4D63-A869-6CB503A4924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6AE2A0-FB78-44B7-8A85-503761A777D3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+mn-lt"/>
            </a:rPr>
            <a:t>• Multiple regression models were trained to predict GDP per capita based on female education indicators.</a:t>
          </a:r>
        </a:p>
      </dgm:t>
    </dgm:pt>
    <dgm:pt modelId="{41EB4E2E-D5EE-40B9-9648-21FABEA99086}" type="parTrans" cxnId="{781A1B5A-064A-42BD-AA1E-E3CB3EDA8432}">
      <dgm:prSet/>
      <dgm:spPr/>
      <dgm:t>
        <a:bodyPr/>
        <a:lstStyle/>
        <a:p>
          <a:endParaRPr lang="en-US"/>
        </a:p>
      </dgm:t>
    </dgm:pt>
    <dgm:pt modelId="{197DF375-357B-40E8-9F8C-78C88CE6A6A5}" type="sibTrans" cxnId="{781A1B5A-064A-42BD-AA1E-E3CB3EDA8432}">
      <dgm:prSet/>
      <dgm:spPr/>
      <dgm:t>
        <a:bodyPr/>
        <a:lstStyle/>
        <a:p>
          <a:endParaRPr lang="en-US"/>
        </a:p>
      </dgm:t>
    </dgm:pt>
    <dgm:pt modelId="{2F84C8AD-0FEA-4879-AAC3-71D3A2F692C6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+mn-lt"/>
            </a:rPr>
            <a:t>• Models were chosen to compare linear and non-linear relationships.</a:t>
          </a:r>
        </a:p>
      </dgm:t>
    </dgm:pt>
    <dgm:pt modelId="{7D6051DD-115A-4F1C-BB17-9D52C8E3C075}" type="parTrans" cxnId="{6976C1CF-A85A-4890-BE0B-8FDFC6FFBE13}">
      <dgm:prSet/>
      <dgm:spPr/>
      <dgm:t>
        <a:bodyPr/>
        <a:lstStyle/>
        <a:p>
          <a:endParaRPr lang="en-US"/>
        </a:p>
      </dgm:t>
    </dgm:pt>
    <dgm:pt modelId="{A523B747-7E39-4E81-B14C-A45ED01A9521}" type="sibTrans" cxnId="{6976C1CF-A85A-4890-BE0B-8FDFC6FFBE13}">
      <dgm:prSet/>
      <dgm:spPr/>
      <dgm:t>
        <a:bodyPr/>
        <a:lstStyle/>
        <a:p>
          <a:endParaRPr lang="en-US"/>
        </a:p>
      </dgm:t>
    </dgm:pt>
    <dgm:pt modelId="{151825A6-D68B-4CF5-A352-C5EBD0B1307A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+mn-lt"/>
            </a:rPr>
            <a:t>• Performance of each model was evaluated to identify the best approach.</a:t>
          </a:r>
        </a:p>
      </dgm:t>
    </dgm:pt>
    <dgm:pt modelId="{B24A6135-AB30-4D9A-8320-467C68DECC39}" type="parTrans" cxnId="{67867F9F-135D-4B6D-8C38-71257F34A383}">
      <dgm:prSet/>
      <dgm:spPr/>
      <dgm:t>
        <a:bodyPr/>
        <a:lstStyle/>
        <a:p>
          <a:endParaRPr lang="en-US"/>
        </a:p>
      </dgm:t>
    </dgm:pt>
    <dgm:pt modelId="{7B57520C-A7A0-41F1-AEE6-9A37B4936396}" type="sibTrans" cxnId="{67867F9F-135D-4B6D-8C38-71257F34A383}">
      <dgm:prSet/>
      <dgm:spPr/>
      <dgm:t>
        <a:bodyPr/>
        <a:lstStyle/>
        <a:p>
          <a:endParaRPr lang="en-US"/>
        </a:p>
      </dgm:t>
    </dgm:pt>
    <dgm:pt modelId="{F1E632E0-810B-48B7-A756-178AE8C03E00}" type="pres">
      <dgm:prSet presAssocID="{E72220CC-A0C9-4D63-A869-6CB503A49242}" presName="vert0" presStyleCnt="0">
        <dgm:presLayoutVars>
          <dgm:dir/>
          <dgm:animOne val="branch"/>
          <dgm:animLvl val="lvl"/>
        </dgm:presLayoutVars>
      </dgm:prSet>
      <dgm:spPr/>
    </dgm:pt>
    <dgm:pt modelId="{1B8649DA-2CF7-4E59-923C-758A6A539B9B}" type="pres">
      <dgm:prSet presAssocID="{D26AE2A0-FB78-44B7-8A85-503761A777D3}" presName="thickLine" presStyleLbl="alignNode1" presStyleIdx="0" presStyleCnt="3"/>
      <dgm:spPr/>
    </dgm:pt>
    <dgm:pt modelId="{073CEC3D-BA02-4ED7-BA6A-4BB5FDE0E25A}" type="pres">
      <dgm:prSet presAssocID="{D26AE2A0-FB78-44B7-8A85-503761A777D3}" presName="horz1" presStyleCnt="0"/>
      <dgm:spPr/>
    </dgm:pt>
    <dgm:pt modelId="{C8436C80-1E78-41F4-A95F-52F99C4CFBBD}" type="pres">
      <dgm:prSet presAssocID="{D26AE2A0-FB78-44B7-8A85-503761A777D3}" presName="tx1" presStyleLbl="revTx" presStyleIdx="0" presStyleCnt="3"/>
      <dgm:spPr/>
    </dgm:pt>
    <dgm:pt modelId="{F99E886E-28F7-417E-87E6-4D25E1B7C06B}" type="pres">
      <dgm:prSet presAssocID="{D26AE2A0-FB78-44B7-8A85-503761A777D3}" presName="vert1" presStyleCnt="0"/>
      <dgm:spPr/>
    </dgm:pt>
    <dgm:pt modelId="{BDBAEF16-E65B-4A99-B31E-2FA28E61E576}" type="pres">
      <dgm:prSet presAssocID="{2F84C8AD-0FEA-4879-AAC3-71D3A2F692C6}" presName="thickLine" presStyleLbl="alignNode1" presStyleIdx="1" presStyleCnt="3"/>
      <dgm:spPr/>
    </dgm:pt>
    <dgm:pt modelId="{447F8994-AC89-46A9-9AC5-99B521834493}" type="pres">
      <dgm:prSet presAssocID="{2F84C8AD-0FEA-4879-AAC3-71D3A2F692C6}" presName="horz1" presStyleCnt="0"/>
      <dgm:spPr/>
    </dgm:pt>
    <dgm:pt modelId="{A5974CF7-E9F1-4ED3-91D6-C14EBE9831C9}" type="pres">
      <dgm:prSet presAssocID="{2F84C8AD-0FEA-4879-AAC3-71D3A2F692C6}" presName="tx1" presStyleLbl="revTx" presStyleIdx="1" presStyleCnt="3"/>
      <dgm:spPr/>
    </dgm:pt>
    <dgm:pt modelId="{E7E764F8-27DE-425D-B7E6-67D884026C3F}" type="pres">
      <dgm:prSet presAssocID="{2F84C8AD-0FEA-4879-AAC3-71D3A2F692C6}" presName="vert1" presStyleCnt="0"/>
      <dgm:spPr/>
    </dgm:pt>
    <dgm:pt modelId="{D422A6F9-541E-4BD9-B8B1-C9487F7D6C65}" type="pres">
      <dgm:prSet presAssocID="{151825A6-D68B-4CF5-A352-C5EBD0B1307A}" presName="thickLine" presStyleLbl="alignNode1" presStyleIdx="2" presStyleCnt="3"/>
      <dgm:spPr/>
    </dgm:pt>
    <dgm:pt modelId="{DC8762FF-3AB9-4505-B16E-AF8830594CAF}" type="pres">
      <dgm:prSet presAssocID="{151825A6-D68B-4CF5-A352-C5EBD0B1307A}" presName="horz1" presStyleCnt="0"/>
      <dgm:spPr/>
    </dgm:pt>
    <dgm:pt modelId="{4BFE7D6C-E9F0-4D7E-B917-CD1B680F28F6}" type="pres">
      <dgm:prSet presAssocID="{151825A6-D68B-4CF5-A352-C5EBD0B1307A}" presName="tx1" presStyleLbl="revTx" presStyleIdx="2" presStyleCnt="3"/>
      <dgm:spPr/>
    </dgm:pt>
    <dgm:pt modelId="{CB3DE625-033E-40F8-9D65-73C81A319879}" type="pres">
      <dgm:prSet presAssocID="{151825A6-D68B-4CF5-A352-C5EBD0B1307A}" presName="vert1" presStyleCnt="0"/>
      <dgm:spPr/>
    </dgm:pt>
  </dgm:ptLst>
  <dgm:cxnLst>
    <dgm:cxn modelId="{5F1B2064-C7AF-4541-A666-36132CDEBE94}" type="presOf" srcId="{D26AE2A0-FB78-44B7-8A85-503761A777D3}" destId="{C8436C80-1E78-41F4-A95F-52F99C4CFBBD}" srcOrd="0" destOrd="0" presId="urn:microsoft.com/office/officeart/2008/layout/LinedList"/>
    <dgm:cxn modelId="{781A1B5A-064A-42BD-AA1E-E3CB3EDA8432}" srcId="{E72220CC-A0C9-4D63-A869-6CB503A49242}" destId="{D26AE2A0-FB78-44B7-8A85-503761A777D3}" srcOrd="0" destOrd="0" parTransId="{41EB4E2E-D5EE-40B9-9648-21FABEA99086}" sibTransId="{197DF375-357B-40E8-9F8C-78C88CE6A6A5}"/>
    <dgm:cxn modelId="{67867F9F-135D-4B6D-8C38-71257F34A383}" srcId="{E72220CC-A0C9-4D63-A869-6CB503A49242}" destId="{151825A6-D68B-4CF5-A352-C5EBD0B1307A}" srcOrd="2" destOrd="0" parTransId="{B24A6135-AB30-4D9A-8320-467C68DECC39}" sibTransId="{7B57520C-A7A0-41F1-AEE6-9A37B4936396}"/>
    <dgm:cxn modelId="{6032AFB3-7D0E-4A0A-A8D2-5E1B7D07F4B0}" type="presOf" srcId="{E72220CC-A0C9-4D63-A869-6CB503A49242}" destId="{F1E632E0-810B-48B7-A756-178AE8C03E00}" srcOrd="0" destOrd="0" presId="urn:microsoft.com/office/officeart/2008/layout/LinedList"/>
    <dgm:cxn modelId="{6976C1CF-A85A-4890-BE0B-8FDFC6FFBE13}" srcId="{E72220CC-A0C9-4D63-A869-6CB503A49242}" destId="{2F84C8AD-0FEA-4879-AAC3-71D3A2F692C6}" srcOrd="1" destOrd="0" parTransId="{7D6051DD-115A-4F1C-BB17-9D52C8E3C075}" sibTransId="{A523B747-7E39-4E81-B14C-A45ED01A9521}"/>
    <dgm:cxn modelId="{E683FFE4-5FE8-47F2-9EC7-075F2EF26695}" type="presOf" srcId="{151825A6-D68B-4CF5-A352-C5EBD0B1307A}" destId="{4BFE7D6C-E9F0-4D7E-B917-CD1B680F28F6}" srcOrd="0" destOrd="0" presId="urn:microsoft.com/office/officeart/2008/layout/LinedList"/>
    <dgm:cxn modelId="{95ECCCF2-B1F5-4966-ABFB-1DDDCAADA9E0}" type="presOf" srcId="{2F84C8AD-0FEA-4879-AAC3-71D3A2F692C6}" destId="{A5974CF7-E9F1-4ED3-91D6-C14EBE9831C9}" srcOrd="0" destOrd="0" presId="urn:microsoft.com/office/officeart/2008/layout/LinedList"/>
    <dgm:cxn modelId="{0B3A6427-4454-493F-9E99-64AF5412EE2E}" type="presParOf" srcId="{F1E632E0-810B-48B7-A756-178AE8C03E00}" destId="{1B8649DA-2CF7-4E59-923C-758A6A539B9B}" srcOrd="0" destOrd="0" presId="urn:microsoft.com/office/officeart/2008/layout/LinedList"/>
    <dgm:cxn modelId="{50D0DC72-25D6-467E-9710-D1906F84C0DC}" type="presParOf" srcId="{F1E632E0-810B-48B7-A756-178AE8C03E00}" destId="{073CEC3D-BA02-4ED7-BA6A-4BB5FDE0E25A}" srcOrd="1" destOrd="0" presId="urn:microsoft.com/office/officeart/2008/layout/LinedList"/>
    <dgm:cxn modelId="{E8313B0A-9515-4113-B48A-13EB9471E945}" type="presParOf" srcId="{073CEC3D-BA02-4ED7-BA6A-4BB5FDE0E25A}" destId="{C8436C80-1E78-41F4-A95F-52F99C4CFBBD}" srcOrd="0" destOrd="0" presId="urn:microsoft.com/office/officeart/2008/layout/LinedList"/>
    <dgm:cxn modelId="{EF8DFEB8-D989-4632-B590-34BE0B16779F}" type="presParOf" srcId="{073CEC3D-BA02-4ED7-BA6A-4BB5FDE0E25A}" destId="{F99E886E-28F7-417E-87E6-4D25E1B7C06B}" srcOrd="1" destOrd="0" presId="urn:microsoft.com/office/officeart/2008/layout/LinedList"/>
    <dgm:cxn modelId="{9DC7DC96-97EC-4507-A65C-F599FB761DAD}" type="presParOf" srcId="{F1E632E0-810B-48B7-A756-178AE8C03E00}" destId="{BDBAEF16-E65B-4A99-B31E-2FA28E61E576}" srcOrd="2" destOrd="0" presId="urn:microsoft.com/office/officeart/2008/layout/LinedList"/>
    <dgm:cxn modelId="{AFE767D1-0BA5-4CF4-A922-71E2F2FC9217}" type="presParOf" srcId="{F1E632E0-810B-48B7-A756-178AE8C03E00}" destId="{447F8994-AC89-46A9-9AC5-99B521834493}" srcOrd="3" destOrd="0" presId="urn:microsoft.com/office/officeart/2008/layout/LinedList"/>
    <dgm:cxn modelId="{0540A488-086D-435A-BF64-D357B7852C10}" type="presParOf" srcId="{447F8994-AC89-46A9-9AC5-99B521834493}" destId="{A5974CF7-E9F1-4ED3-91D6-C14EBE9831C9}" srcOrd="0" destOrd="0" presId="urn:microsoft.com/office/officeart/2008/layout/LinedList"/>
    <dgm:cxn modelId="{B075DDBD-8CE0-4257-9CF0-925804197B57}" type="presParOf" srcId="{447F8994-AC89-46A9-9AC5-99B521834493}" destId="{E7E764F8-27DE-425D-B7E6-67D884026C3F}" srcOrd="1" destOrd="0" presId="urn:microsoft.com/office/officeart/2008/layout/LinedList"/>
    <dgm:cxn modelId="{A9066286-9665-48BF-8EC7-E9498282074B}" type="presParOf" srcId="{F1E632E0-810B-48B7-A756-178AE8C03E00}" destId="{D422A6F9-541E-4BD9-B8B1-C9487F7D6C65}" srcOrd="4" destOrd="0" presId="urn:microsoft.com/office/officeart/2008/layout/LinedList"/>
    <dgm:cxn modelId="{37378D26-F487-42BA-8467-49E012A5DF02}" type="presParOf" srcId="{F1E632E0-810B-48B7-A756-178AE8C03E00}" destId="{DC8762FF-3AB9-4505-B16E-AF8830594CAF}" srcOrd="5" destOrd="0" presId="urn:microsoft.com/office/officeart/2008/layout/LinedList"/>
    <dgm:cxn modelId="{7F56C345-67FA-4097-A05A-0A02AF860793}" type="presParOf" srcId="{DC8762FF-3AB9-4505-B16E-AF8830594CAF}" destId="{4BFE7D6C-E9F0-4D7E-B917-CD1B680F28F6}" srcOrd="0" destOrd="0" presId="urn:microsoft.com/office/officeart/2008/layout/LinedList"/>
    <dgm:cxn modelId="{ABF8D921-3544-4FDD-AEA9-E4F37F94B20E}" type="presParOf" srcId="{DC8762FF-3AB9-4505-B16E-AF8830594CAF}" destId="{CB3DE625-033E-40F8-9D65-73C81A31987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FEBBE2-97C1-4177-95B4-3231B4FA78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B9E1C6-B327-4422-8B7C-860104929EAE}">
      <dgm:prSet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1200" b="1">
              <a:solidFill>
                <a:schemeClr val="tx2"/>
              </a:solidFill>
            </a:rPr>
            <a:t>• Multiple regression models were evaluated using R² score and RMSE.</a:t>
          </a:r>
        </a:p>
      </dgm:t>
    </dgm:pt>
    <dgm:pt modelId="{0CA247F5-5D46-4754-868E-DB0D7894DB20}" type="parTrans" cxnId="{A7A479F7-EA04-4B05-89C0-685D39B70167}">
      <dgm:prSet/>
      <dgm:spPr/>
      <dgm:t>
        <a:bodyPr/>
        <a:lstStyle/>
        <a:p>
          <a:endParaRPr lang="en-US"/>
        </a:p>
      </dgm:t>
    </dgm:pt>
    <dgm:pt modelId="{C32AC1D5-76AD-4911-B082-28EF96C6EBD1}" type="sibTrans" cxnId="{A7A479F7-EA04-4B05-89C0-685D39B70167}">
      <dgm:prSet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endParaRPr lang="en-US"/>
        </a:p>
      </dgm:t>
    </dgm:pt>
    <dgm:pt modelId="{D4532797-0032-4734-B237-CCBBF3E10F0A}">
      <dgm:prSet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solidFill>
                <a:schemeClr val="tx2"/>
              </a:solidFill>
            </a:rPr>
            <a:t>• Linear and Ridge Regression performed better than Random Forest, indicating a mostly linear relationship between education and GDP.</a:t>
          </a:r>
        </a:p>
      </dgm:t>
    </dgm:pt>
    <dgm:pt modelId="{349977FF-1775-4D96-A3A6-FE4E2D9D8AA8}" type="parTrans" cxnId="{34A075D6-4C52-49A5-8B8C-9F4E290FEF92}">
      <dgm:prSet/>
      <dgm:spPr/>
      <dgm:t>
        <a:bodyPr/>
        <a:lstStyle/>
        <a:p>
          <a:endParaRPr lang="en-US"/>
        </a:p>
      </dgm:t>
    </dgm:pt>
    <dgm:pt modelId="{CA1CA27C-7281-4E40-B49C-F96601B3F685}" type="sibTrans" cxnId="{34A075D6-4C52-49A5-8B8C-9F4E290FEF92}">
      <dgm:prSet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endParaRPr lang="en-US"/>
        </a:p>
      </dgm:t>
    </dgm:pt>
    <dgm:pt modelId="{FDBA2819-B9F5-4BF9-99B4-255ABFA3F3EE}">
      <dgm:prSet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1200" b="1">
              <a:solidFill>
                <a:schemeClr val="tx2"/>
              </a:solidFill>
            </a:rPr>
            <a:t>• Linear Regression was selected as the best-performing model based on stable performance and interpretability. </a:t>
          </a:r>
        </a:p>
      </dgm:t>
    </dgm:pt>
    <dgm:pt modelId="{11996291-127A-4301-89C4-41EA5F8FC8CF}" type="parTrans" cxnId="{20947C00-2481-4835-B6F2-E34CB31E5F34}">
      <dgm:prSet/>
      <dgm:spPr/>
      <dgm:t>
        <a:bodyPr/>
        <a:lstStyle/>
        <a:p>
          <a:endParaRPr lang="en-US"/>
        </a:p>
      </dgm:t>
    </dgm:pt>
    <dgm:pt modelId="{C06673B1-2F55-48BF-9E31-10676079ED92}" type="sibTrans" cxnId="{20947C00-2481-4835-B6F2-E34CB31E5F34}">
      <dgm:prSet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endParaRPr lang="en-US"/>
        </a:p>
      </dgm:t>
    </dgm:pt>
    <dgm:pt modelId="{A047AB99-2D3A-42B8-A786-E495F569611D}">
      <dgm:prSet custT="1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1200" b="1" dirty="0">
              <a:solidFill>
                <a:schemeClr val="tx2"/>
              </a:solidFill>
            </a:rPr>
            <a:t>• Interpretation: The positive coefficient (~4044) for female education indicates that an increase in female education is associated with higher GDP per capita.</a:t>
          </a:r>
        </a:p>
      </dgm:t>
    </dgm:pt>
    <dgm:pt modelId="{6F5EE984-D9B7-4BDA-A1F3-C464F42F6701}" type="parTrans" cxnId="{08E9E3C4-DA20-4EAE-88A6-59A9FA1E9FCF}">
      <dgm:prSet/>
      <dgm:spPr/>
      <dgm:t>
        <a:bodyPr/>
        <a:lstStyle/>
        <a:p>
          <a:endParaRPr lang="en-US"/>
        </a:p>
      </dgm:t>
    </dgm:pt>
    <dgm:pt modelId="{401F7AE4-CB18-4A93-A562-78D7FB896390}" type="sibTrans" cxnId="{08E9E3C4-DA20-4EAE-88A6-59A9FA1E9FCF}">
      <dgm:prSet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endParaRPr lang="en-US"/>
        </a:p>
      </dgm:t>
    </dgm:pt>
    <dgm:pt modelId="{3CA42E87-9F6C-43E8-A3BD-C2DE8669811D}" type="pres">
      <dgm:prSet presAssocID="{65FEBBE2-97C1-4177-95B4-3231B4FA7842}" presName="root" presStyleCnt="0">
        <dgm:presLayoutVars>
          <dgm:dir/>
          <dgm:resizeHandles val="exact"/>
        </dgm:presLayoutVars>
      </dgm:prSet>
      <dgm:spPr/>
    </dgm:pt>
    <dgm:pt modelId="{0755FE96-9807-4A12-BDB1-6500B3319200}" type="pres">
      <dgm:prSet presAssocID="{70B9E1C6-B327-4422-8B7C-860104929EAE}" presName="compNode" presStyleCnt="0"/>
      <dgm:spPr/>
    </dgm:pt>
    <dgm:pt modelId="{E7665AFC-4B05-4D4F-B724-D7EE51BC115A}" type="pres">
      <dgm:prSet presAssocID="{70B9E1C6-B327-4422-8B7C-860104929EAE}" presName="bgRect" presStyleLbl="bgShp" presStyleIdx="0" presStyleCnt="4"/>
      <dgm:spPr/>
    </dgm:pt>
    <dgm:pt modelId="{63B49039-57E7-4915-BB46-308E76514E87}" type="pres">
      <dgm:prSet presAssocID="{70B9E1C6-B327-4422-8B7C-860104929E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11819F0-6817-4FB2-BEE1-2782817303E4}" type="pres">
      <dgm:prSet presAssocID="{70B9E1C6-B327-4422-8B7C-860104929EAE}" presName="spaceRect" presStyleCnt="0"/>
      <dgm:spPr/>
    </dgm:pt>
    <dgm:pt modelId="{8606291D-4341-43AD-B928-2D4293B611DD}" type="pres">
      <dgm:prSet presAssocID="{70B9E1C6-B327-4422-8B7C-860104929EAE}" presName="parTx" presStyleLbl="revTx" presStyleIdx="0" presStyleCnt="4">
        <dgm:presLayoutVars>
          <dgm:chMax val="0"/>
          <dgm:chPref val="0"/>
        </dgm:presLayoutVars>
      </dgm:prSet>
      <dgm:spPr/>
    </dgm:pt>
    <dgm:pt modelId="{46CAA9C1-6531-4A69-9080-888B77BBD0DD}" type="pres">
      <dgm:prSet presAssocID="{C32AC1D5-76AD-4911-B082-28EF96C6EBD1}" presName="sibTrans" presStyleCnt="0"/>
      <dgm:spPr/>
    </dgm:pt>
    <dgm:pt modelId="{A8D87D2E-B905-4888-A090-9C8E53CBFB75}" type="pres">
      <dgm:prSet presAssocID="{D4532797-0032-4734-B237-CCBBF3E10F0A}" presName="compNode" presStyleCnt="0"/>
      <dgm:spPr/>
    </dgm:pt>
    <dgm:pt modelId="{0AAEEF11-CC36-4314-812A-9F4A98CC7850}" type="pres">
      <dgm:prSet presAssocID="{D4532797-0032-4734-B237-CCBBF3E10F0A}" presName="bgRect" presStyleLbl="bgShp" presStyleIdx="1" presStyleCnt="4"/>
      <dgm:spPr/>
    </dgm:pt>
    <dgm:pt modelId="{CA7E3848-803E-4977-BB5D-0CAED80D7042}" type="pres">
      <dgm:prSet presAssocID="{D4532797-0032-4734-B237-CCBBF3E10F0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ll scene"/>
        </a:ext>
      </dgm:extLst>
    </dgm:pt>
    <dgm:pt modelId="{D18CB268-025B-4B3B-9537-57FBF1DF8B5B}" type="pres">
      <dgm:prSet presAssocID="{D4532797-0032-4734-B237-CCBBF3E10F0A}" presName="spaceRect" presStyleCnt="0"/>
      <dgm:spPr/>
    </dgm:pt>
    <dgm:pt modelId="{9AEC80FF-2C39-421A-A8D1-7244CFFF3C59}" type="pres">
      <dgm:prSet presAssocID="{D4532797-0032-4734-B237-CCBBF3E10F0A}" presName="parTx" presStyleLbl="revTx" presStyleIdx="1" presStyleCnt="4">
        <dgm:presLayoutVars>
          <dgm:chMax val="0"/>
          <dgm:chPref val="0"/>
        </dgm:presLayoutVars>
      </dgm:prSet>
      <dgm:spPr/>
    </dgm:pt>
    <dgm:pt modelId="{BC6C6FB5-F8D1-42A8-8FF4-004864126EE6}" type="pres">
      <dgm:prSet presAssocID="{CA1CA27C-7281-4E40-B49C-F96601B3F685}" presName="sibTrans" presStyleCnt="0"/>
      <dgm:spPr/>
    </dgm:pt>
    <dgm:pt modelId="{4DC9C297-042C-45A4-8BA5-1658F8780D13}" type="pres">
      <dgm:prSet presAssocID="{FDBA2819-B9F5-4BF9-99B4-255ABFA3F3EE}" presName="compNode" presStyleCnt="0"/>
      <dgm:spPr/>
    </dgm:pt>
    <dgm:pt modelId="{B2BCC26C-CDD0-4354-921E-82FE0CEFAF8D}" type="pres">
      <dgm:prSet presAssocID="{FDBA2819-B9F5-4BF9-99B4-255ABFA3F3EE}" presName="bgRect" presStyleLbl="bgShp" presStyleIdx="2" presStyleCnt="4"/>
      <dgm:spPr/>
    </dgm:pt>
    <dgm:pt modelId="{B0FEBE7A-022A-484E-AC13-5A049C8613CD}" type="pres">
      <dgm:prSet presAssocID="{FDBA2819-B9F5-4BF9-99B4-255ABFA3F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58EFA6C-2852-4F6E-A806-214C7D1DE2DF}" type="pres">
      <dgm:prSet presAssocID="{FDBA2819-B9F5-4BF9-99B4-255ABFA3F3EE}" presName="spaceRect" presStyleCnt="0"/>
      <dgm:spPr/>
    </dgm:pt>
    <dgm:pt modelId="{165F7884-D9E2-4715-8D72-5BAD86C85FBB}" type="pres">
      <dgm:prSet presAssocID="{FDBA2819-B9F5-4BF9-99B4-255ABFA3F3EE}" presName="parTx" presStyleLbl="revTx" presStyleIdx="2" presStyleCnt="4">
        <dgm:presLayoutVars>
          <dgm:chMax val="0"/>
          <dgm:chPref val="0"/>
        </dgm:presLayoutVars>
      </dgm:prSet>
      <dgm:spPr/>
    </dgm:pt>
    <dgm:pt modelId="{478D4BB2-245C-4529-93AC-FE708EB54409}" type="pres">
      <dgm:prSet presAssocID="{C06673B1-2F55-48BF-9E31-10676079ED92}" presName="sibTrans" presStyleCnt="0"/>
      <dgm:spPr/>
    </dgm:pt>
    <dgm:pt modelId="{497E35AE-1C5B-43E9-80D5-FD86DFE42793}" type="pres">
      <dgm:prSet presAssocID="{A047AB99-2D3A-42B8-A786-E495F569611D}" presName="compNode" presStyleCnt="0"/>
      <dgm:spPr/>
    </dgm:pt>
    <dgm:pt modelId="{6C99DD52-EA40-44BF-9CB6-A70B42D29B9C}" type="pres">
      <dgm:prSet presAssocID="{A047AB99-2D3A-42B8-A786-E495F569611D}" presName="bgRect" presStyleLbl="bgShp" presStyleIdx="3" presStyleCnt="4"/>
      <dgm:spPr/>
    </dgm:pt>
    <dgm:pt modelId="{E112FE04-2BED-488B-8A9C-A3EC373CBC8E}" type="pres">
      <dgm:prSet presAssocID="{A047AB99-2D3A-42B8-A786-E495F56961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5AE41B39-D458-4770-9227-FD622C642BDA}" type="pres">
      <dgm:prSet presAssocID="{A047AB99-2D3A-42B8-A786-E495F569611D}" presName="spaceRect" presStyleCnt="0"/>
      <dgm:spPr/>
    </dgm:pt>
    <dgm:pt modelId="{481F649E-4694-4452-A55B-D630F68253EF}" type="pres">
      <dgm:prSet presAssocID="{A047AB99-2D3A-42B8-A786-E495F569611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0947C00-2481-4835-B6F2-E34CB31E5F34}" srcId="{65FEBBE2-97C1-4177-95B4-3231B4FA7842}" destId="{FDBA2819-B9F5-4BF9-99B4-255ABFA3F3EE}" srcOrd="2" destOrd="0" parTransId="{11996291-127A-4301-89C4-41EA5F8FC8CF}" sibTransId="{C06673B1-2F55-48BF-9E31-10676079ED92}"/>
    <dgm:cxn modelId="{94386503-B113-4186-A68E-696E142F0060}" type="presOf" srcId="{65FEBBE2-97C1-4177-95B4-3231B4FA7842}" destId="{3CA42E87-9F6C-43E8-A3BD-C2DE8669811D}" srcOrd="0" destOrd="0" presId="urn:microsoft.com/office/officeart/2018/2/layout/IconVerticalSolidList"/>
    <dgm:cxn modelId="{8C298434-9FB0-4834-B2E5-23E86850746F}" type="presOf" srcId="{D4532797-0032-4734-B237-CCBBF3E10F0A}" destId="{9AEC80FF-2C39-421A-A8D1-7244CFFF3C59}" srcOrd="0" destOrd="0" presId="urn:microsoft.com/office/officeart/2018/2/layout/IconVerticalSolidList"/>
    <dgm:cxn modelId="{AF01E338-36EB-4D50-8239-00DA90E02051}" type="presOf" srcId="{FDBA2819-B9F5-4BF9-99B4-255ABFA3F3EE}" destId="{165F7884-D9E2-4715-8D72-5BAD86C85FBB}" srcOrd="0" destOrd="0" presId="urn:microsoft.com/office/officeart/2018/2/layout/IconVerticalSolidList"/>
    <dgm:cxn modelId="{11A82E4C-AD89-43FB-B6F4-C5C3366A9C08}" type="presOf" srcId="{A047AB99-2D3A-42B8-A786-E495F569611D}" destId="{481F649E-4694-4452-A55B-D630F68253EF}" srcOrd="0" destOrd="0" presId="urn:microsoft.com/office/officeart/2018/2/layout/IconVerticalSolidList"/>
    <dgm:cxn modelId="{08E9E3C4-DA20-4EAE-88A6-59A9FA1E9FCF}" srcId="{65FEBBE2-97C1-4177-95B4-3231B4FA7842}" destId="{A047AB99-2D3A-42B8-A786-E495F569611D}" srcOrd="3" destOrd="0" parTransId="{6F5EE984-D9B7-4BDA-A1F3-C464F42F6701}" sibTransId="{401F7AE4-CB18-4A93-A562-78D7FB896390}"/>
    <dgm:cxn modelId="{34A075D6-4C52-49A5-8B8C-9F4E290FEF92}" srcId="{65FEBBE2-97C1-4177-95B4-3231B4FA7842}" destId="{D4532797-0032-4734-B237-CCBBF3E10F0A}" srcOrd="1" destOrd="0" parTransId="{349977FF-1775-4D96-A3A6-FE4E2D9D8AA8}" sibTransId="{CA1CA27C-7281-4E40-B49C-F96601B3F685}"/>
    <dgm:cxn modelId="{3CB746E4-FEC8-4E6F-9590-4515D8CD26AB}" type="presOf" srcId="{70B9E1C6-B327-4422-8B7C-860104929EAE}" destId="{8606291D-4341-43AD-B928-2D4293B611DD}" srcOrd="0" destOrd="0" presId="urn:microsoft.com/office/officeart/2018/2/layout/IconVerticalSolidList"/>
    <dgm:cxn modelId="{A7A479F7-EA04-4B05-89C0-685D39B70167}" srcId="{65FEBBE2-97C1-4177-95B4-3231B4FA7842}" destId="{70B9E1C6-B327-4422-8B7C-860104929EAE}" srcOrd="0" destOrd="0" parTransId="{0CA247F5-5D46-4754-868E-DB0D7894DB20}" sibTransId="{C32AC1D5-76AD-4911-B082-28EF96C6EBD1}"/>
    <dgm:cxn modelId="{BD6523F9-2CB4-483A-A724-A9C757D204FC}" type="presParOf" srcId="{3CA42E87-9F6C-43E8-A3BD-C2DE8669811D}" destId="{0755FE96-9807-4A12-BDB1-6500B3319200}" srcOrd="0" destOrd="0" presId="urn:microsoft.com/office/officeart/2018/2/layout/IconVerticalSolidList"/>
    <dgm:cxn modelId="{5F564FEA-9CCA-43E9-8CE3-5BDD1D82D413}" type="presParOf" srcId="{0755FE96-9807-4A12-BDB1-6500B3319200}" destId="{E7665AFC-4B05-4D4F-B724-D7EE51BC115A}" srcOrd="0" destOrd="0" presId="urn:microsoft.com/office/officeart/2018/2/layout/IconVerticalSolidList"/>
    <dgm:cxn modelId="{83D5C398-82D9-4F5B-86B0-4E1CEC04FAD7}" type="presParOf" srcId="{0755FE96-9807-4A12-BDB1-6500B3319200}" destId="{63B49039-57E7-4915-BB46-308E76514E87}" srcOrd="1" destOrd="0" presId="urn:microsoft.com/office/officeart/2018/2/layout/IconVerticalSolidList"/>
    <dgm:cxn modelId="{E7C97490-A2CA-4B7B-BB54-BF969ED0211B}" type="presParOf" srcId="{0755FE96-9807-4A12-BDB1-6500B3319200}" destId="{811819F0-6817-4FB2-BEE1-2782817303E4}" srcOrd="2" destOrd="0" presId="urn:microsoft.com/office/officeart/2018/2/layout/IconVerticalSolidList"/>
    <dgm:cxn modelId="{84ABF9B4-CFE6-46C7-8D85-7A8DA9010867}" type="presParOf" srcId="{0755FE96-9807-4A12-BDB1-6500B3319200}" destId="{8606291D-4341-43AD-B928-2D4293B611DD}" srcOrd="3" destOrd="0" presId="urn:microsoft.com/office/officeart/2018/2/layout/IconVerticalSolidList"/>
    <dgm:cxn modelId="{8A75AA18-F201-4C32-B665-3207482B99A6}" type="presParOf" srcId="{3CA42E87-9F6C-43E8-A3BD-C2DE8669811D}" destId="{46CAA9C1-6531-4A69-9080-888B77BBD0DD}" srcOrd="1" destOrd="0" presId="urn:microsoft.com/office/officeart/2018/2/layout/IconVerticalSolidList"/>
    <dgm:cxn modelId="{6B933FAA-90F5-4C9D-AE1C-3848690E81B1}" type="presParOf" srcId="{3CA42E87-9F6C-43E8-A3BD-C2DE8669811D}" destId="{A8D87D2E-B905-4888-A090-9C8E53CBFB75}" srcOrd="2" destOrd="0" presId="urn:microsoft.com/office/officeart/2018/2/layout/IconVerticalSolidList"/>
    <dgm:cxn modelId="{77C9993E-FC89-41B7-9CEB-91D4B404862E}" type="presParOf" srcId="{A8D87D2E-B905-4888-A090-9C8E53CBFB75}" destId="{0AAEEF11-CC36-4314-812A-9F4A98CC7850}" srcOrd="0" destOrd="0" presId="urn:microsoft.com/office/officeart/2018/2/layout/IconVerticalSolidList"/>
    <dgm:cxn modelId="{41606A83-D90E-4353-A062-090BFA1276AD}" type="presParOf" srcId="{A8D87D2E-B905-4888-A090-9C8E53CBFB75}" destId="{CA7E3848-803E-4977-BB5D-0CAED80D7042}" srcOrd="1" destOrd="0" presId="urn:microsoft.com/office/officeart/2018/2/layout/IconVerticalSolidList"/>
    <dgm:cxn modelId="{69080911-0C58-4396-85E1-1D98FC4E39A9}" type="presParOf" srcId="{A8D87D2E-B905-4888-A090-9C8E53CBFB75}" destId="{D18CB268-025B-4B3B-9537-57FBF1DF8B5B}" srcOrd="2" destOrd="0" presId="urn:microsoft.com/office/officeart/2018/2/layout/IconVerticalSolidList"/>
    <dgm:cxn modelId="{EE5C58C6-CB96-4FEB-A2D1-1ECE040D9FF1}" type="presParOf" srcId="{A8D87D2E-B905-4888-A090-9C8E53CBFB75}" destId="{9AEC80FF-2C39-421A-A8D1-7244CFFF3C59}" srcOrd="3" destOrd="0" presId="urn:microsoft.com/office/officeart/2018/2/layout/IconVerticalSolidList"/>
    <dgm:cxn modelId="{D606EDAE-E86F-43E0-9264-CF2321DE0BC7}" type="presParOf" srcId="{3CA42E87-9F6C-43E8-A3BD-C2DE8669811D}" destId="{BC6C6FB5-F8D1-42A8-8FF4-004864126EE6}" srcOrd="3" destOrd="0" presId="urn:microsoft.com/office/officeart/2018/2/layout/IconVerticalSolidList"/>
    <dgm:cxn modelId="{5D866FF2-FFB9-4372-B4B0-8B14F4657B51}" type="presParOf" srcId="{3CA42E87-9F6C-43E8-A3BD-C2DE8669811D}" destId="{4DC9C297-042C-45A4-8BA5-1658F8780D13}" srcOrd="4" destOrd="0" presId="urn:microsoft.com/office/officeart/2018/2/layout/IconVerticalSolidList"/>
    <dgm:cxn modelId="{5EE6F0AD-AB7D-4A8E-B30B-C696440523D9}" type="presParOf" srcId="{4DC9C297-042C-45A4-8BA5-1658F8780D13}" destId="{B2BCC26C-CDD0-4354-921E-82FE0CEFAF8D}" srcOrd="0" destOrd="0" presId="urn:microsoft.com/office/officeart/2018/2/layout/IconVerticalSolidList"/>
    <dgm:cxn modelId="{08D4CBD0-7071-402A-BCA3-085BF818CE2B}" type="presParOf" srcId="{4DC9C297-042C-45A4-8BA5-1658F8780D13}" destId="{B0FEBE7A-022A-484E-AC13-5A049C8613CD}" srcOrd="1" destOrd="0" presId="urn:microsoft.com/office/officeart/2018/2/layout/IconVerticalSolidList"/>
    <dgm:cxn modelId="{FBDD8E37-8AED-4082-9573-43B977DE68DA}" type="presParOf" srcId="{4DC9C297-042C-45A4-8BA5-1658F8780D13}" destId="{158EFA6C-2852-4F6E-A806-214C7D1DE2DF}" srcOrd="2" destOrd="0" presId="urn:microsoft.com/office/officeart/2018/2/layout/IconVerticalSolidList"/>
    <dgm:cxn modelId="{90224C35-0889-4DF2-8DFE-0756880D66E8}" type="presParOf" srcId="{4DC9C297-042C-45A4-8BA5-1658F8780D13}" destId="{165F7884-D9E2-4715-8D72-5BAD86C85FBB}" srcOrd="3" destOrd="0" presId="urn:microsoft.com/office/officeart/2018/2/layout/IconVerticalSolidList"/>
    <dgm:cxn modelId="{389019E5-FC78-4864-B544-B948C3EBD75D}" type="presParOf" srcId="{3CA42E87-9F6C-43E8-A3BD-C2DE8669811D}" destId="{478D4BB2-245C-4529-93AC-FE708EB54409}" srcOrd="5" destOrd="0" presId="urn:microsoft.com/office/officeart/2018/2/layout/IconVerticalSolidList"/>
    <dgm:cxn modelId="{351DD666-026E-4B95-AE82-172D62A6E6F2}" type="presParOf" srcId="{3CA42E87-9F6C-43E8-A3BD-C2DE8669811D}" destId="{497E35AE-1C5B-43E9-80D5-FD86DFE42793}" srcOrd="6" destOrd="0" presId="urn:microsoft.com/office/officeart/2018/2/layout/IconVerticalSolidList"/>
    <dgm:cxn modelId="{63050BDC-15D0-4E99-AD83-11090949BA0B}" type="presParOf" srcId="{497E35AE-1C5B-43E9-80D5-FD86DFE42793}" destId="{6C99DD52-EA40-44BF-9CB6-A70B42D29B9C}" srcOrd="0" destOrd="0" presId="urn:microsoft.com/office/officeart/2018/2/layout/IconVerticalSolidList"/>
    <dgm:cxn modelId="{FDECEA74-65A2-4691-AB03-CCEE1928088D}" type="presParOf" srcId="{497E35AE-1C5B-43E9-80D5-FD86DFE42793}" destId="{E112FE04-2BED-488B-8A9C-A3EC373CBC8E}" srcOrd="1" destOrd="0" presId="urn:microsoft.com/office/officeart/2018/2/layout/IconVerticalSolidList"/>
    <dgm:cxn modelId="{897AC627-DDBE-4859-8D8D-8CB1C514D693}" type="presParOf" srcId="{497E35AE-1C5B-43E9-80D5-FD86DFE42793}" destId="{5AE41B39-D458-4770-9227-FD622C642BDA}" srcOrd="2" destOrd="0" presId="urn:microsoft.com/office/officeart/2018/2/layout/IconVerticalSolidList"/>
    <dgm:cxn modelId="{0545850B-E9DF-4EAB-80F3-D7CBD04E86BE}" type="presParOf" srcId="{497E35AE-1C5B-43E9-80D5-FD86DFE42793}" destId="{481F649E-4694-4452-A55B-D630F68253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E3AA3-692E-48EE-95E4-90AF87F9DCE1}">
      <dsp:nvSpPr>
        <dsp:cNvPr id="0" name=""/>
        <dsp:cNvSpPr/>
      </dsp:nvSpPr>
      <dsp:spPr>
        <a:xfrm>
          <a:off x="0" y="0"/>
          <a:ext cx="8196400" cy="10474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Examine the relationship between female education indicators and economic growth.</a:t>
          </a:r>
        </a:p>
      </dsp:txBody>
      <dsp:txXfrm>
        <a:off x="30678" y="30678"/>
        <a:ext cx="7066148" cy="986068"/>
      </dsp:txXfrm>
    </dsp:sp>
    <dsp:sp modelId="{33A130E4-3BE7-46BA-B550-B5C0254018FE}">
      <dsp:nvSpPr>
        <dsp:cNvPr id="0" name=""/>
        <dsp:cNvSpPr/>
      </dsp:nvSpPr>
      <dsp:spPr>
        <a:xfrm>
          <a:off x="723211" y="1221994"/>
          <a:ext cx="8196400" cy="10474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Identify patterns between female literacy rates and GDP per capita.</a:t>
          </a:r>
        </a:p>
      </dsp:txBody>
      <dsp:txXfrm>
        <a:off x="753889" y="1252672"/>
        <a:ext cx="6731006" cy="986068"/>
      </dsp:txXfrm>
    </dsp:sp>
    <dsp:sp modelId="{5D769FE8-C96F-48C9-B720-BFC9D84428FB}">
      <dsp:nvSpPr>
        <dsp:cNvPr id="0" name=""/>
        <dsp:cNvSpPr/>
      </dsp:nvSpPr>
      <dsp:spPr>
        <a:xfrm>
          <a:off x="1446423" y="2443989"/>
          <a:ext cx="8196400" cy="104742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Apply data science techniques to derive insights for public understanding</a:t>
          </a:r>
          <a:r>
            <a:rPr lang="en-US" sz="2900" kern="1200" dirty="0"/>
            <a:t>.</a:t>
          </a:r>
        </a:p>
      </dsp:txBody>
      <dsp:txXfrm>
        <a:off x="1477101" y="2474667"/>
        <a:ext cx="6731006" cy="986068"/>
      </dsp:txXfrm>
    </dsp:sp>
    <dsp:sp modelId="{CFD10045-66EC-4E8F-A075-F9B1D6A3973C}">
      <dsp:nvSpPr>
        <dsp:cNvPr id="0" name=""/>
        <dsp:cNvSpPr/>
      </dsp:nvSpPr>
      <dsp:spPr>
        <a:xfrm>
          <a:off x="7515574" y="794296"/>
          <a:ext cx="680825" cy="68082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668760" y="794296"/>
        <a:ext cx="374453" cy="512321"/>
      </dsp:txXfrm>
    </dsp:sp>
    <dsp:sp modelId="{2033A22A-E47F-4868-B067-B323ACF0B9F7}">
      <dsp:nvSpPr>
        <dsp:cNvPr id="0" name=""/>
        <dsp:cNvSpPr/>
      </dsp:nvSpPr>
      <dsp:spPr>
        <a:xfrm>
          <a:off x="8238786" y="2009308"/>
          <a:ext cx="680825" cy="68082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391972" y="2009308"/>
        <a:ext cx="374453" cy="5123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FA9D0B-53AC-4BD9-A391-46581560542E}">
      <dsp:nvSpPr>
        <dsp:cNvPr id="0" name=""/>
        <dsp:cNvSpPr/>
      </dsp:nvSpPr>
      <dsp:spPr>
        <a:xfrm>
          <a:off x="0" y="0"/>
          <a:ext cx="2695155" cy="298589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25" tIns="330200" rIns="21012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Is female education associated with higher GDP per capita across countries?</a:t>
          </a:r>
        </a:p>
      </dsp:txBody>
      <dsp:txXfrm>
        <a:off x="0" y="1134640"/>
        <a:ext cx="2695155" cy="1791537"/>
      </dsp:txXfrm>
    </dsp:sp>
    <dsp:sp modelId="{71320018-311B-48A6-8F6C-B81A6E51728B}">
      <dsp:nvSpPr>
        <dsp:cNvPr id="0" name=""/>
        <dsp:cNvSpPr/>
      </dsp:nvSpPr>
      <dsp:spPr>
        <a:xfrm>
          <a:off x="899693" y="298589"/>
          <a:ext cx="895768" cy="89576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38" tIns="12700" rIns="6983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030875" y="429771"/>
        <a:ext cx="633404" cy="633404"/>
      </dsp:txXfrm>
    </dsp:sp>
    <dsp:sp modelId="{D3442449-E1AE-48C3-8A7C-51DD53BDBD77}">
      <dsp:nvSpPr>
        <dsp:cNvPr id="0" name=""/>
        <dsp:cNvSpPr/>
      </dsp:nvSpPr>
      <dsp:spPr>
        <a:xfrm>
          <a:off x="0" y="2985823"/>
          <a:ext cx="269515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FD832-0485-46FB-97B3-35FD1DCEC73D}">
      <dsp:nvSpPr>
        <dsp:cNvPr id="0" name=""/>
        <dsp:cNvSpPr/>
      </dsp:nvSpPr>
      <dsp:spPr>
        <a:xfrm>
          <a:off x="2964671" y="0"/>
          <a:ext cx="2695155" cy="298589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25" tIns="330200" rIns="21012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Which female education indicators have the strongest impact on economic growth?</a:t>
          </a:r>
        </a:p>
      </dsp:txBody>
      <dsp:txXfrm>
        <a:off x="2964671" y="1134640"/>
        <a:ext cx="2695155" cy="1791537"/>
      </dsp:txXfrm>
    </dsp:sp>
    <dsp:sp modelId="{57F5A5EC-4990-41A8-8E4C-2B7A5E55167D}">
      <dsp:nvSpPr>
        <dsp:cNvPr id="0" name=""/>
        <dsp:cNvSpPr/>
      </dsp:nvSpPr>
      <dsp:spPr>
        <a:xfrm>
          <a:off x="3864364" y="298589"/>
          <a:ext cx="895768" cy="8957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38" tIns="12700" rIns="6983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3995546" y="429771"/>
        <a:ext cx="633404" cy="633404"/>
      </dsp:txXfrm>
    </dsp:sp>
    <dsp:sp modelId="{7EEDAACC-B648-460C-B715-7AA9FA3D75CB}">
      <dsp:nvSpPr>
        <dsp:cNvPr id="0" name=""/>
        <dsp:cNvSpPr/>
      </dsp:nvSpPr>
      <dsp:spPr>
        <a:xfrm>
          <a:off x="2964671" y="2985823"/>
          <a:ext cx="269515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EC024-642A-4150-A03B-ED0159A58CC0}">
      <dsp:nvSpPr>
        <dsp:cNvPr id="0" name=""/>
        <dsp:cNvSpPr/>
      </dsp:nvSpPr>
      <dsp:spPr>
        <a:xfrm>
          <a:off x="5929342" y="0"/>
          <a:ext cx="2695155" cy="298589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25" tIns="330200" rIns="210125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machine learning models predict GDP per capita using education-related features?</a:t>
          </a:r>
        </a:p>
      </dsp:txBody>
      <dsp:txXfrm>
        <a:off x="5929342" y="1134640"/>
        <a:ext cx="2695155" cy="1791537"/>
      </dsp:txXfrm>
    </dsp:sp>
    <dsp:sp modelId="{8A2E3C0C-A216-4C8F-BF47-688E0660CEB0}">
      <dsp:nvSpPr>
        <dsp:cNvPr id="0" name=""/>
        <dsp:cNvSpPr/>
      </dsp:nvSpPr>
      <dsp:spPr>
        <a:xfrm>
          <a:off x="6829035" y="298589"/>
          <a:ext cx="895768" cy="895768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38" tIns="12700" rIns="6983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6960217" y="429771"/>
        <a:ext cx="633404" cy="633404"/>
      </dsp:txXfrm>
    </dsp:sp>
    <dsp:sp modelId="{B873E376-B36F-4F20-9893-ED7A8695217D}">
      <dsp:nvSpPr>
        <dsp:cNvPr id="0" name=""/>
        <dsp:cNvSpPr/>
      </dsp:nvSpPr>
      <dsp:spPr>
        <a:xfrm>
          <a:off x="5929342" y="2985823"/>
          <a:ext cx="269515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649DA-2CF7-4E59-923C-758A6A539B9B}">
      <dsp:nvSpPr>
        <dsp:cNvPr id="0" name=""/>
        <dsp:cNvSpPr/>
      </dsp:nvSpPr>
      <dsp:spPr>
        <a:xfrm>
          <a:off x="0" y="2147"/>
          <a:ext cx="46409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36C80-1E78-41F4-A95F-52F99C4CFBBD}">
      <dsp:nvSpPr>
        <dsp:cNvPr id="0" name=""/>
        <dsp:cNvSpPr/>
      </dsp:nvSpPr>
      <dsp:spPr>
        <a:xfrm>
          <a:off x="0" y="2147"/>
          <a:ext cx="4640946" cy="14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+mn-lt"/>
            </a:rPr>
            <a:t>• Multiple regression models were trained to predict GDP per capita based on female education indicators.</a:t>
          </a:r>
        </a:p>
      </dsp:txBody>
      <dsp:txXfrm>
        <a:off x="0" y="2147"/>
        <a:ext cx="4640946" cy="1464632"/>
      </dsp:txXfrm>
    </dsp:sp>
    <dsp:sp modelId="{BDBAEF16-E65B-4A99-B31E-2FA28E61E576}">
      <dsp:nvSpPr>
        <dsp:cNvPr id="0" name=""/>
        <dsp:cNvSpPr/>
      </dsp:nvSpPr>
      <dsp:spPr>
        <a:xfrm>
          <a:off x="0" y="1466780"/>
          <a:ext cx="46409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74CF7-E9F1-4ED3-91D6-C14EBE9831C9}">
      <dsp:nvSpPr>
        <dsp:cNvPr id="0" name=""/>
        <dsp:cNvSpPr/>
      </dsp:nvSpPr>
      <dsp:spPr>
        <a:xfrm>
          <a:off x="0" y="1466780"/>
          <a:ext cx="4640946" cy="14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+mn-lt"/>
            </a:rPr>
            <a:t>• Models were chosen to compare linear and non-linear relationships.</a:t>
          </a:r>
        </a:p>
      </dsp:txBody>
      <dsp:txXfrm>
        <a:off x="0" y="1466780"/>
        <a:ext cx="4640946" cy="1464632"/>
      </dsp:txXfrm>
    </dsp:sp>
    <dsp:sp modelId="{D422A6F9-541E-4BD9-B8B1-C9487F7D6C65}">
      <dsp:nvSpPr>
        <dsp:cNvPr id="0" name=""/>
        <dsp:cNvSpPr/>
      </dsp:nvSpPr>
      <dsp:spPr>
        <a:xfrm>
          <a:off x="0" y="2931412"/>
          <a:ext cx="464094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E7D6C-E9F0-4D7E-B917-CD1B680F28F6}">
      <dsp:nvSpPr>
        <dsp:cNvPr id="0" name=""/>
        <dsp:cNvSpPr/>
      </dsp:nvSpPr>
      <dsp:spPr>
        <a:xfrm>
          <a:off x="0" y="2931412"/>
          <a:ext cx="4640946" cy="1464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  <a:latin typeface="+mn-lt"/>
            </a:rPr>
            <a:t>• Performance of each model was evaluated to identify the best approach.</a:t>
          </a:r>
        </a:p>
      </dsp:txBody>
      <dsp:txXfrm>
        <a:off x="0" y="2931412"/>
        <a:ext cx="4640946" cy="14646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665AFC-4B05-4D4F-B724-D7EE51BC115A}">
      <dsp:nvSpPr>
        <dsp:cNvPr id="0" name=""/>
        <dsp:cNvSpPr/>
      </dsp:nvSpPr>
      <dsp:spPr>
        <a:xfrm>
          <a:off x="0" y="1649"/>
          <a:ext cx="5824658" cy="8361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49039-57E7-4915-BB46-308E76514E87}">
      <dsp:nvSpPr>
        <dsp:cNvPr id="0" name=""/>
        <dsp:cNvSpPr/>
      </dsp:nvSpPr>
      <dsp:spPr>
        <a:xfrm>
          <a:off x="252937" y="189785"/>
          <a:ext cx="459886" cy="4598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6291D-4341-43AD-B928-2D4293B611DD}">
      <dsp:nvSpPr>
        <dsp:cNvPr id="0" name=""/>
        <dsp:cNvSpPr/>
      </dsp:nvSpPr>
      <dsp:spPr>
        <a:xfrm>
          <a:off x="965761" y="1649"/>
          <a:ext cx="4858896" cy="836157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3" tIns="88493" rIns="88493" bIns="884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tx2"/>
              </a:solidFill>
            </a:rPr>
            <a:t>• Multiple regression models were evaluated using R² score and RMSE.</a:t>
          </a:r>
        </a:p>
      </dsp:txBody>
      <dsp:txXfrm>
        <a:off x="965761" y="1649"/>
        <a:ext cx="4858896" cy="836157"/>
      </dsp:txXfrm>
    </dsp:sp>
    <dsp:sp modelId="{0AAEEF11-CC36-4314-812A-9F4A98CC7850}">
      <dsp:nvSpPr>
        <dsp:cNvPr id="0" name=""/>
        <dsp:cNvSpPr/>
      </dsp:nvSpPr>
      <dsp:spPr>
        <a:xfrm>
          <a:off x="0" y="1046846"/>
          <a:ext cx="5824658" cy="8361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E3848-803E-4977-BB5D-0CAED80D7042}">
      <dsp:nvSpPr>
        <dsp:cNvPr id="0" name=""/>
        <dsp:cNvSpPr/>
      </dsp:nvSpPr>
      <dsp:spPr>
        <a:xfrm>
          <a:off x="252937" y="1234982"/>
          <a:ext cx="459886" cy="4598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C80FF-2C39-421A-A8D1-7244CFFF3C59}">
      <dsp:nvSpPr>
        <dsp:cNvPr id="0" name=""/>
        <dsp:cNvSpPr/>
      </dsp:nvSpPr>
      <dsp:spPr>
        <a:xfrm>
          <a:off x="965761" y="1046846"/>
          <a:ext cx="4858896" cy="836157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3" tIns="88493" rIns="88493" bIns="884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• Linear and Ridge Regression performed better than Random Forest, indicating a mostly linear relationship between education and GDP.</a:t>
          </a:r>
        </a:p>
      </dsp:txBody>
      <dsp:txXfrm>
        <a:off x="965761" y="1046846"/>
        <a:ext cx="4858896" cy="836157"/>
      </dsp:txXfrm>
    </dsp:sp>
    <dsp:sp modelId="{B2BCC26C-CDD0-4354-921E-82FE0CEFAF8D}">
      <dsp:nvSpPr>
        <dsp:cNvPr id="0" name=""/>
        <dsp:cNvSpPr/>
      </dsp:nvSpPr>
      <dsp:spPr>
        <a:xfrm>
          <a:off x="0" y="2092043"/>
          <a:ext cx="5824658" cy="8361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EBE7A-022A-484E-AC13-5A049C8613CD}">
      <dsp:nvSpPr>
        <dsp:cNvPr id="0" name=""/>
        <dsp:cNvSpPr/>
      </dsp:nvSpPr>
      <dsp:spPr>
        <a:xfrm>
          <a:off x="252937" y="2280179"/>
          <a:ext cx="459886" cy="4598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F7884-D9E2-4715-8D72-5BAD86C85FBB}">
      <dsp:nvSpPr>
        <dsp:cNvPr id="0" name=""/>
        <dsp:cNvSpPr/>
      </dsp:nvSpPr>
      <dsp:spPr>
        <a:xfrm>
          <a:off x="965761" y="2092043"/>
          <a:ext cx="4858896" cy="836157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3" tIns="88493" rIns="88493" bIns="884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>
              <a:solidFill>
                <a:schemeClr val="tx2"/>
              </a:solidFill>
            </a:rPr>
            <a:t>• Linear Regression was selected as the best-performing model based on stable performance and interpretability. </a:t>
          </a:r>
        </a:p>
      </dsp:txBody>
      <dsp:txXfrm>
        <a:off x="965761" y="2092043"/>
        <a:ext cx="4858896" cy="836157"/>
      </dsp:txXfrm>
    </dsp:sp>
    <dsp:sp modelId="{6C99DD52-EA40-44BF-9CB6-A70B42D29B9C}">
      <dsp:nvSpPr>
        <dsp:cNvPr id="0" name=""/>
        <dsp:cNvSpPr/>
      </dsp:nvSpPr>
      <dsp:spPr>
        <a:xfrm>
          <a:off x="0" y="3137240"/>
          <a:ext cx="5824658" cy="8361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2FE04-2BED-488B-8A9C-A3EC373CBC8E}">
      <dsp:nvSpPr>
        <dsp:cNvPr id="0" name=""/>
        <dsp:cNvSpPr/>
      </dsp:nvSpPr>
      <dsp:spPr>
        <a:xfrm>
          <a:off x="252937" y="3325376"/>
          <a:ext cx="459886" cy="4598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F649E-4694-4452-A55B-D630F68253EF}">
      <dsp:nvSpPr>
        <dsp:cNvPr id="0" name=""/>
        <dsp:cNvSpPr/>
      </dsp:nvSpPr>
      <dsp:spPr>
        <a:xfrm>
          <a:off x="965761" y="3137240"/>
          <a:ext cx="4858896" cy="836157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3" tIns="88493" rIns="88493" bIns="88493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2"/>
              </a:solidFill>
            </a:rPr>
            <a:t>• Interpretation: The positive coefficient (~4044) for female education indicates that an increase in female education is associated with higher GDP per capita.</a:t>
          </a:r>
        </a:p>
      </dsp:txBody>
      <dsp:txXfrm>
        <a:off x="965761" y="3137240"/>
        <a:ext cx="4858896" cy="836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77C70-BE84-42D2-B362-AB79FECA1D3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AB43C-CEE6-4F52-A39A-B0B7735B4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047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950C2-9618-46AC-B276-53F919B25643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4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73311-3CF1-4A3E-AA22-17F55D9676F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4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1A88-5A20-4960-B92B-E0112E009AB5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8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17AA-7AA1-4358-8E32-7FBAECD89246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0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26D4-1350-404C-AD71-34AB6AC78A30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0ABA8-DB94-4E75-ABE8-4883426C0F6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5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103B4-D687-4F5A-AB9A-2B91921B26C3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A7D5-F167-4DAC-9196-EEFFD6FEB896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7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8305E-3031-46BD-BF23-1F496D5065E8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8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5454A-3A69-450D-977F-5948DFC71A27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2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6EA03-EF23-44C0-B97D-A35291763DE8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3891C1B-6943-41B4-93DE-B1BFDA482054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Data Science Internship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8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9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image" Target="../media/image12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2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D294E7E-62D8-48F8-A01E-1A457B5CA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BCADCC9-9C0D-4CE3-8966-44472EFCF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5FD221C-EDD3-49D9-90A7-260CECEE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0892B-D19B-99D6-056C-A88378AF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23730" r="20016" b="-1"/>
          <a:stretch>
            <a:fillRect/>
          </a:stretch>
        </p:blipFill>
        <p:spPr>
          <a:xfrm rot="16200000">
            <a:off x="2666164" y="-2666164"/>
            <a:ext cx="6856624" cy="1218895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grpSp>
        <p:nvGrpSpPr>
          <p:cNvPr id="99" name="Top Left">
            <a:extLst>
              <a:ext uri="{FF2B5EF4-FFF2-40B4-BE49-F238E27FC236}">
                <a16:creationId xmlns:a16="http://schemas.microsoft.com/office/drawing/2014/main" id="{B858DA4F-B13B-4D82-A95F-CBF114BDD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6200" y="1"/>
            <a:ext cx="6711876" cy="4495800"/>
            <a:chOff x="-16788" y="0"/>
            <a:chExt cx="9475836" cy="6347177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A4C0D61-C854-46C1-85D7-10CCCB952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22951"/>
              <a:ext cx="9345148" cy="6324226"/>
            </a:xfrm>
            <a:custGeom>
              <a:avLst/>
              <a:gdLst>
                <a:gd name="connsiteX0" fmla="*/ 0 w 7097124"/>
                <a:gd name="connsiteY0" fmla="*/ 3198971 h 4802900"/>
                <a:gd name="connsiteX1" fmla="*/ 219837 w 7097124"/>
                <a:gd name="connsiteY1" fmla="*/ 3452527 h 4802900"/>
                <a:gd name="connsiteX2" fmla="*/ 399288 w 7097124"/>
                <a:gd name="connsiteY2" fmla="*/ 3536347 h 4802900"/>
                <a:gd name="connsiteX3" fmla="*/ 744188 w 7097124"/>
                <a:gd name="connsiteY3" fmla="*/ 3536347 h 4802900"/>
                <a:gd name="connsiteX4" fmla="*/ 981456 w 7097124"/>
                <a:gd name="connsiteY4" fmla="*/ 3536347 h 4802900"/>
                <a:gd name="connsiteX5" fmla="*/ 1116997 w 7097124"/>
                <a:gd name="connsiteY5" fmla="*/ 3620167 h 4802900"/>
                <a:gd name="connsiteX6" fmla="*/ 1236631 w 7097124"/>
                <a:gd name="connsiteY6" fmla="*/ 3765804 h 4802900"/>
                <a:gd name="connsiteX7" fmla="*/ 1378172 w 7097124"/>
                <a:gd name="connsiteY7" fmla="*/ 3987260 h 4802900"/>
                <a:gd name="connsiteX8" fmla="*/ 1545622 w 7097124"/>
                <a:gd name="connsiteY8" fmla="*/ 4340352 h 4802900"/>
                <a:gd name="connsiteX9" fmla="*/ 1697165 w 7097124"/>
                <a:gd name="connsiteY9" fmla="*/ 4615625 h 4802900"/>
                <a:gd name="connsiteX10" fmla="*/ 1800892 w 7097124"/>
                <a:gd name="connsiteY10" fmla="*/ 4719352 h 4802900"/>
                <a:gd name="connsiteX11" fmla="*/ 2205609 w 7097124"/>
                <a:gd name="connsiteY11" fmla="*/ 4765262 h 4802900"/>
                <a:gd name="connsiteX12" fmla="*/ 2658237 w 7097124"/>
                <a:gd name="connsiteY12" fmla="*/ 4721352 h 4802900"/>
                <a:gd name="connsiteX13" fmla="*/ 2825686 w 7097124"/>
                <a:gd name="connsiteY13" fmla="*/ 4701445 h 4802900"/>
                <a:gd name="connsiteX14" fmla="*/ 3124772 w 7097124"/>
                <a:gd name="connsiteY14" fmla="*/ 4759262 h 4802900"/>
                <a:gd name="connsiteX15" fmla="*/ 3435858 w 7097124"/>
                <a:gd name="connsiteY15" fmla="*/ 4801172 h 4802900"/>
                <a:gd name="connsiteX16" fmla="*/ 3718941 w 7097124"/>
                <a:gd name="connsiteY16" fmla="*/ 4775264 h 4802900"/>
                <a:gd name="connsiteX17" fmla="*/ 3992118 w 7097124"/>
                <a:gd name="connsiteY17" fmla="*/ 4619625 h 4802900"/>
                <a:gd name="connsiteX18" fmla="*/ 4219385 w 7097124"/>
                <a:gd name="connsiteY18" fmla="*/ 4408170 h 4802900"/>
                <a:gd name="connsiteX19" fmla="*/ 4564285 w 7097124"/>
                <a:gd name="connsiteY19" fmla="*/ 4031171 h 4802900"/>
                <a:gd name="connsiteX20" fmla="*/ 4871371 w 7097124"/>
                <a:gd name="connsiteY20" fmla="*/ 3694081 h 4802900"/>
                <a:gd name="connsiteX21" fmla="*/ 5292090 w 7097124"/>
                <a:gd name="connsiteY21" fmla="*/ 3241262 h 4802900"/>
                <a:gd name="connsiteX22" fmla="*/ 5551265 w 7097124"/>
                <a:gd name="connsiteY22" fmla="*/ 2874169 h 4802900"/>
                <a:gd name="connsiteX23" fmla="*/ 5788533 w 7097124"/>
                <a:gd name="connsiteY23" fmla="*/ 2409349 h 4802900"/>
                <a:gd name="connsiteX24" fmla="*/ 5959983 w 7097124"/>
                <a:gd name="connsiteY24" fmla="*/ 2106168 h 4802900"/>
                <a:gd name="connsiteX25" fmla="*/ 6209252 w 7097124"/>
                <a:gd name="connsiteY25" fmla="*/ 1872806 h 4802900"/>
                <a:gd name="connsiteX26" fmla="*/ 6510338 w 7097124"/>
                <a:gd name="connsiteY26" fmla="*/ 1613440 h 4802900"/>
                <a:gd name="connsiteX27" fmla="*/ 6779514 w 7097124"/>
                <a:gd name="connsiteY27" fmla="*/ 1344168 h 4802900"/>
                <a:gd name="connsiteX28" fmla="*/ 6994874 w 7097124"/>
                <a:gd name="connsiteY28" fmla="*/ 987076 h 4802900"/>
                <a:gd name="connsiteX29" fmla="*/ 7094601 w 7097124"/>
                <a:gd name="connsiteY29" fmla="*/ 685895 h 4802900"/>
                <a:gd name="connsiteX30" fmla="*/ 6947059 w 7097124"/>
                <a:gd name="connsiteY30" fmla="*/ 227076 h 4802900"/>
                <a:gd name="connsiteX31" fmla="*/ 6739128 w 7097124"/>
                <a:gd name="connsiteY31" fmla="*/ 0 h 4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097124" h="4802900">
                  <a:moveTo>
                    <a:pt x="0" y="3198971"/>
                  </a:moveTo>
                  <a:cubicBezTo>
                    <a:pt x="32385" y="3249454"/>
                    <a:pt x="174403" y="3413570"/>
                    <a:pt x="219837" y="3452527"/>
                  </a:cubicBezTo>
                  <a:cubicBezTo>
                    <a:pt x="270701" y="3496151"/>
                    <a:pt x="333756" y="3521869"/>
                    <a:pt x="399288" y="3536347"/>
                  </a:cubicBezTo>
                  <a:cubicBezTo>
                    <a:pt x="512254" y="3561207"/>
                    <a:pt x="629222" y="3550634"/>
                    <a:pt x="744188" y="3536347"/>
                  </a:cubicBezTo>
                  <a:cubicBezTo>
                    <a:pt x="823817" y="3526441"/>
                    <a:pt x="905066" y="3513201"/>
                    <a:pt x="981456" y="3536347"/>
                  </a:cubicBezTo>
                  <a:cubicBezTo>
                    <a:pt x="1032986" y="3551968"/>
                    <a:pt x="1077944" y="3582924"/>
                    <a:pt x="1116997" y="3620167"/>
                  </a:cubicBezTo>
                  <a:cubicBezTo>
                    <a:pt x="1162526" y="3663601"/>
                    <a:pt x="1200245" y="3714369"/>
                    <a:pt x="1236631" y="3765804"/>
                  </a:cubicBezTo>
                  <a:cubicBezTo>
                    <a:pt x="1287304" y="3837337"/>
                    <a:pt x="1336167" y="3910298"/>
                    <a:pt x="1378172" y="3987260"/>
                  </a:cubicBezTo>
                  <a:cubicBezTo>
                    <a:pt x="1440656" y="4101560"/>
                    <a:pt x="1491425" y="4221766"/>
                    <a:pt x="1545622" y="4340352"/>
                  </a:cubicBezTo>
                  <a:cubicBezTo>
                    <a:pt x="1589342" y="4435888"/>
                    <a:pt x="1636014" y="4530376"/>
                    <a:pt x="1697165" y="4615625"/>
                  </a:cubicBezTo>
                  <a:cubicBezTo>
                    <a:pt x="1726025" y="4655820"/>
                    <a:pt x="1759553" y="4692396"/>
                    <a:pt x="1800892" y="4719352"/>
                  </a:cubicBezTo>
                  <a:cubicBezTo>
                    <a:pt x="1917097" y="4795076"/>
                    <a:pt x="2065592" y="4776121"/>
                    <a:pt x="2205609" y="4765262"/>
                  </a:cubicBezTo>
                  <a:cubicBezTo>
                    <a:pt x="2356866" y="4753452"/>
                    <a:pt x="2508599" y="4746117"/>
                    <a:pt x="2658237" y="4721352"/>
                  </a:cubicBezTo>
                  <a:cubicBezTo>
                    <a:pt x="2713863" y="4712208"/>
                    <a:pt x="2769394" y="4701445"/>
                    <a:pt x="2825686" y="4701445"/>
                  </a:cubicBezTo>
                  <a:cubicBezTo>
                    <a:pt x="2927509" y="4701254"/>
                    <a:pt x="3025331" y="4736116"/>
                    <a:pt x="3124772" y="4759262"/>
                  </a:cubicBezTo>
                  <a:cubicBezTo>
                    <a:pt x="3226880" y="4782979"/>
                    <a:pt x="3331083" y="4796219"/>
                    <a:pt x="3435858" y="4801172"/>
                  </a:cubicBezTo>
                  <a:cubicBezTo>
                    <a:pt x="3531394" y="4805648"/>
                    <a:pt x="3627692" y="4802886"/>
                    <a:pt x="3718941" y="4775264"/>
                  </a:cubicBezTo>
                  <a:cubicBezTo>
                    <a:pt x="3820001" y="4744593"/>
                    <a:pt x="3909441" y="4685824"/>
                    <a:pt x="3992118" y="4619625"/>
                  </a:cubicBezTo>
                  <a:cubicBezTo>
                    <a:pt x="4072985" y="4554951"/>
                    <a:pt x="4147376" y="4482656"/>
                    <a:pt x="4219385" y="4408170"/>
                  </a:cubicBezTo>
                  <a:cubicBezTo>
                    <a:pt x="4337780" y="4285679"/>
                    <a:pt x="4450937" y="4158234"/>
                    <a:pt x="4564285" y="4031171"/>
                  </a:cubicBezTo>
                  <a:cubicBezTo>
                    <a:pt x="4665536" y="3917728"/>
                    <a:pt x="4767072" y="3804666"/>
                    <a:pt x="4871371" y="3694081"/>
                  </a:cubicBezTo>
                  <a:cubicBezTo>
                    <a:pt x="5012722" y="3544062"/>
                    <a:pt x="5160455" y="3399854"/>
                    <a:pt x="5292090" y="3241262"/>
                  </a:cubicBezTo>
                  <a:cubicBezTo>
                    <a:pt x="5387912" y="3125819"/>
                    <a:pt x="5474970" y="3003328"/>
                    <a:pt x="5551265" y="2874169"/>
                  </a:cubicBezTo>
                  <a:cubicBezTo>
                    <a:pt x="5639848" y="2724341"/>
                    <a:pt x="5714524" y="2566987"/>
                    <a:pt x="5788533" y="2409349"/>
                  </a:cubicBezTo>
                  <a:cubicBezTo>
                    <a:pt x="5838064" y="2303812"/>
                    <a:pt x="5887593" y="2197322"/>
                    <a:pt x="5959983" y="2106168"/>
                  </a:cubicBezTo>
                  <a:cubicBezTo>
                    <a:pt x="6030945" y="2016824"/>
                    <a:pt x="6121051" y="1945481"/>
                    <a:pt x="6209252" y="1872806"/>
                  </a:cubicBezTo>
                  <a:cubicBezTo>
                    <a:pt x="6311456" y="1788509"/>
                    <a:pt x="6410897" y="1701070"/>
                    <a:pt x="6510338" y="1613440"/>
                  </a:cubicBezTo>
                  <a:cubicBezTo>
                    <a:pt x="6605874" y="1529334"/>
                    <a:pt x="6700076" y="1443419"/>
                    <a:pt x="6779514" y="1344168"/>
                  </a:cubicBezTo>
                  <a:cubicBezTo>
                    <a:pt x="6866573" y="1235393"/>
                    <a:pt x="6933248" y="1112139"/>
                    <a:pt x="6994874" y="987076"/>
                  </a:cubicBezTo>
                  <a:cubicBezTo>
                    <a:pt x="7042118" y="891159"/>
                    <a:pt x="7084219" y="792004"/>
                    <a:pt x="7094601" y="685895"/>
                  </a:cubicBezTo>
                  <a:cubicBezTo>
                    <a:pt x="7110699" y="520732"/>
                    <a:pt x="7048405" y="359093"/>
                    <a:pt x="6947059" y="227076"/>
                  </a:cubicBezTo>
                  <a:cubicBezTo>
                    <a:pt x="6861430" y="115538"/>
                    <a:pt x="6739128" y="0"/>
                    <a:pt x="6739128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C0CC377-89ED-4A85-84B3-011B44D54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40" y="12542"/>
              <a:ext cx="9121489" cy="6188666"/>
            </a:xfrm>
            <a:custGeom>
              <a:avLst/>
              <a:gdLst>
                <a:gd name="connsiteX0" fmla="*/ 0 w 6891548"/>
                <a:gd name="connsiteY0" fmla="*/ 2860739 h 4699949"/>
                <a:gd name="connsiteX1" fmla="*/ 175451 w 6891548"/>
                <a:gd name="connsiteY1" fmla="*/ 3155252 h 4699949"/>
                <a:gd name="connsiteX2" fmla="*/ 341567 w 6891548"/>
                <a:gd name="connsiteY2" fmla="*/ 3294888 h 4699949"/>
                <a:gd name="connsiteX3" fmla="*/ 557594 w 6891548"/>
                <a:gd name="connsiteY3" fmla="*/ 3336417 h 4699949"/>
                <a:gd name="connsiteX4" fmla="*/ 753618 w 6891548"/>
                <a:gd name="connsiteY4" fmla="*/ 3278220 h 4699949"/>
                <a:gd name="connsiteX5" fmla="*/ 858298 w 6891548"/>
                <a:gd name="connsiteY5" fmla="*/ 3151918 h 4699949"/>
                <a:gd name="connsiteX6" fmla="*/ 846677 w 6891548"/>
                <a:gd name="connsiteY6" fmla="*/ 2907506 h 4699949"/>
                <a:gd name="connsiteX7" fmla="*/ 808482 w 6891548"/>
                <a:gd name="connsiteY7" fmla="*/ 2648141 h 4699949"/>
                <a:gd name="connsiteX8" fmla="*/ 785241 w 6891548"/>
                <a:gd name="connsiteY8" fmla="*/ 2513457 h 4699949"/>
                <a:gd name="connsiteX9" fmla="*/ 785241 w 6891548"/>
                <a:gd name="connsiteY9" fmla="*/ 2408682 h 4699949"/>
                <a:gd name="connsiteX10" fmla="*/ 908209 w 6891548"/>
                <a:gd name="connsiteY10" fmla="*/ 2310575 h 4699949"/>
                <a:gd name="connsiteX11" fmla="*/ 1089279 w 6891548"/>
                <a:gd name="connsiteY11" fmla="*/ 2325529 h 4699949"/>
                <a:gd name="connsiteX12" fmla="*/ 1198912 w 6891548"/>
                <a:gd name="connsiteY12" fmla="*/ 2410301 h 4699949"/>
                <a:gd name="connsiteX13" fmla="*/ 1252061 w 6891548"/>
                <a:gd name="connsiteY13" fmla="*/ 2638044 h 4699949"/>
                <a:gd name="connsiteX14" fmla="*/ 1147382 w 6891548"/>
                <a:gd name="connsiteY14" fmla="*/ 2968847 h 4699949"/>
                <a:gd name="connsiteX15" fmla="*/ 1115854 w 6891548"/>
                <a:gd name="connsiteY15" fmla="*/ 3194971 h 4699949"/>
                <a:gd name="connsiteX16" fmla="*/ 1215580 w 6891548"/>
                <a:gd name="connsiteY16" fmla="*/ 3447669 h 4699949"/>
                <a:gd name="connsiteX17" fmla="*/ 1396651 w 6891548"/>
                <a:gd name="connsiteY17" fmla="*/ 3783425 h 4699949"/>
                <a:gd name="connsiteX18" fmla="*/ 1507998 w 6891548"/>
                <a:gd name="connsiteY18" fmla="*/ 4014502 h 4699949"/>
                <a:gd name="connsiteX19" fmla="*/ 1678400 w 6891548"/>
                <a:gd name="connsiteY19" fmla="*/ 4312634 h 4699949"/>
                <a:gd name="connsiteX20" fmla="*/ 1838706 w 6891548"/>
                <a:gd name="connsiteY20" fmla="*/ 4504182 h 4699949"/>
                <a:gd name="connsiteX21" fmla="*/ 1996630 w 6891548"/>
                <a:gd name="connsiteY21" fmla="*/ 4595146 h 4699949"/>
                <a:gd name="connsiteX22" fmla="*/ 2235899 w 6891548"/>
                <a:gd name="connsiteY22" fmla="*/ 4623912 h 4699949"/>
                <a:gd name="connsiteX23" fmla="*/ 2463165 w 6891548"/>
                <a:gd name="connsiteY23" fmla="*/ 4623912 h 4699949"/>
                <a:gd name="connsiteX24" fmla="*/ 2761583 w 6891548"/>
                <a:gd name="connsiteY24" fmla="*/ 4599528 h 4699949"/>
                <a:gd name="connsiteX25" fmla="*/ 2889504 w 6891548"/>
                <a:gd name="connsiteY25" fmla="*/ 4599528 h 4699949"/>
                <a:gd name="connsiteX26" fmla="*/ 3145250 w 6891548"/>
                <a:gd name="connsiteY26" fmla="*/ 4649534 h 4699949"/>
                <a:gd name="connsiteX27" fmla="*/ 3479197 w 6891548"/>
                <a:gd name="connsiteY27" fmla="*/ 4699826 h 4699949"/>
                <a:gd name="connsiteX28" fmla="*/ 3786283 w 6891548"/>
                <a:gd name="connsiteY28" fmla="*/ 4638008 h 4699949"/>
                <a:gd name="connsiteX29" fmla="*/ 3991642 w 6891548"/>
                <a:gd name="connsiteY29" fmla="*/ 4486371 h 4699949"/>
                <a:gd name="connsiteX30" fmla="*/ 4207002 w 6891548"/>
                <a:gd name="connsiteY30" fmla="*/ 4288917 h 4699949"/>
                <a:gd name="connsiteX31" fmla="*/ 4420362 w 6891548"/>
                <a:gd name="connsiteY31" fmla="*/ 4045553 h 4699949"/>
                <a:gd name="connsiteX32" fmla="*/ 4629722 w 6891548"/>
                <a:gd name="connsiteY32" fmla="*/ 3806190 h 4699949"/>
                <a:gd name="connsiteX33" fmla="*/ 4943761 w 6891548"/>
                <a:gd name="connsiteY33" fmla="*/ 3491960 h 4699949"/>
                <a:gd name="connsiteX34" fmla="*/ 5080349 w 6891548"/>
                <a:gd name="connsiteY34" fmla="*/ 3327368 h 4699949"/>
                <a:gd name="connsiteX35" fmla="*/ 5327618 w 6891548"/>
                <a:gd name="connsiteY35" fmla="*/ 3000185 h 4699949"/>
                <a:gd name="connsiteX36" fmla="*/ 5489163 w 6891548"/>
                <a:gd name="connsiteY36" fmla="*/ 2693003 h 4699949"/>
                <a:gd name="connsiteX37" fmla="*/ 5606796 w 6891548"/>
                <a:gd name="connsiteY37" fmla="*/ 2385822 h 4699949"/>
                <a:gd name="connsiteX38" fmla="*/ 5776246 w 6891548"/>
                <a:gd name="connsiteY38" fmla="*/ 2030730 h 4699949"/>
                <a:gd name="connsiteX39" fmla="*/ 5976652 w 6891548"/>
                <a:gd name="connsiteY39" fmla="*/ 1830229 h 4699949"/>
                <a:gd name="connsiteX40" fmla="*/ 6196965 w 6891548"/>
                <a:gd name="connsiteY40" fmla="*/ 1679639 h 4699949"/>
                <a:gd name="connsiteX41" fmla="*/ 6456140 w 6891548"/>
                <a:gd name="connsiteY41" fmla="*/ 1498092 h 4699949"/>
                <a:gd name="connsiteX42" fmla="*/ 6663500 w 6891548"/>
                <a:gd name="connsiteY42" fmla="*/ 1270635 h 4699949"/>
                <a:gd name="connsiteX43" fmla="*/ 6842951 w 6891548"/>
                <a:gd name="connsiteY43" fmla="*/ 947452 h 4699949"/>
                <a:gd name="connsiteX44" fmla="*/ 6890766 w 6891548"/>
                <a:gd name="connsiteY44" fmla="*/ 694087 h 4699949"/>
                <a:gd name="connsiteX45" fmla="*/ 6866858 w 6891548"/>
                <a:gd name="connsiteY45" fmla="*/ 492633 h 4699949"/>
                <a:gd name="connsiteX46" fmla="*/ 6675406 w 6891548"/>
                <a:gd name="connsiteY46" fmla="*/ 233267 h 4699949"/>
                <a:gd name="connsiteX47" fmla="*/ 6422613 w 6891548"/>
                <a:gd name="connsiteY47" fmla="*/ 0 h 469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891548" h="4699949">
                  <a:moveTo>
                    <a:pt x="0" y="2860739"/>
                  </a:moveTo>
                  <a:cubicBezTo>
                    <a:pt x="32861" y="2919603"/>
                    <a:pt x="133255" y="3102674"/>
                    <a:pt x="175451" y="3155252"/>
                  </a:cubicBezTo>
                  <a:cubicBezTo>
                    <a:pt x="221266" y="3212402"/>
                    <a:pt x="275939" y="3262598"/>
                    <a:pt x="341567" y="3294888"/>
                  </a:cubicBezTo>
                  <a:cubicBezTo>
                    <a:pt x="408432" y="3327845"/>
                    <a:pt x="483108" y="3340132"/>
                    <a:pt x="557594" y="3336417"/>
                  </a:cubicBezTo>
                  <a:cubicBezTo>
                    <a:pt x="626936" y="3332988"/>
                    <a:pt x="695420" y="3315653"/>
                    <a:pt x="753618" y="3278220"/>
                  </a:cubicBezTo>
                  <a:cubicBezTo>
                    <a:pt x="800957" y="3247739"/>
                    <a:pt x="839915" y="3204972"/>
                    <a:pt x="858298" y="3151918"/>
                  </a:cubicBezTo>
                  <a:cubicBezTo>
                    <a:pt x="885349" y="3073718"/>
                    <a:pt x="862203" y="2989803"/>
                    <a:pt x="846677" y="2907506"/>
                  </a:cubicBezTo>
                  <a:cubicBezTo>
                    <a:pt x="830485" y="2821591"/>
                    <a:pt x="822293" y="2734437"/>
                    <a:pt x="808482" y="2648141"/>
                  </a:cubicBezTo>
                  <a:cubicBezTo>
                    <a:pt x="801243" y="2603183"/>
                    <a:pt x="792671" y="2558415"/>
                    <a:pt x="785241" y="2513457"/>
                  </a:cubicBezTo>
                  <a:cubicBezTo>
                    <a:pt x="779431" y="2478405"/>
                    <a:pt x="774383" y="2442401"/>
                    <a:pt x="785241" y="2408682"/>
                  </a:cubicBezTo>
                  <a:cubicBezTo>
                    <a:pt x="802291" y="2355723"/>
                    <a:pt x="853631" y="2324576"/>
                    <a:pt x="908209" y="2310575"/>
                  </a:cubicBezTo>
                  <a:cubicBezTo>
                    <a:pt x="968502" y="2295144"/>
                    <a:pt x="1032129" y="2301050"/>
                    <a:pt x="1089279" y="2325529"/>
                  </a:cubicBezTo>
                  <a:cubicBezTo>
                    <a:pt x="1132523" y="2344007"/>
                    <a:pt x="1170718" y="2372678"/>
                    <a:pt x="1198912" y="2410301"/>
                  </a:cubicBezTo>
                  <a:cubicBezTo>
                    <a:pt x="1247299" y="2474690"/>
                    <a:pt x="1260443" y="2557558"/>
                    <a:pt x="1252061" y="2638044"/>
                  </a:cubicBezTo>
                  <a:cubicBezTo>
                    <a:pt x="1240060" y="2753487"/>
                    <a:pt x="1184148" y="2858357"/>
                    <a:pt x="1147382" y="2968847"/>
                  </a:cubicBezTo>
                  <a:cubicBezTo>
                    <a:pt x="1122998" y="3041999"/>
                    <a:pt x="1106900" y="3118485"/>
                    <a:pt x="1115854" y="3194971"/>
                  </a:cubicBezTo>
                  <a:cubicBezTo>
                    <a:pt x="1126426" y="3285649"/>
                    <a:pt x="1171099" y="3367469"/>
                    <a:pt x="1215580" y="3447669"/>
                  </a:cubicBezTo>
                  <a:cubicBezTo>
                    <a:pt x="1277207" y="3558921"/>
                    <a:pt x="1340072" y="3669602"/>
                    <a:pt x="1396651" y="3783425"/>
                  </a:cubicBezTo>
                  <a:cubicBezTo>
                    <a:pt x="1434751" y="3860006"/>
                    <a:pt x="1469993" y="3937921"/>
                    <a:pt x="1507998" y="4014502"/>
                  </a:cubicBezTo>
                  <a:cubicBezTo>
                    <a:pt x="1558957" y="4117086"/>
                    <a:pt x="1614964" y="4217194"/>
                    <a:pt x="1678400" y="4312634"/>
                  </a:cubicBezTo>
                  <a:cubicBezTo>
                    <a:pt x="1724692" y="4382357"/>
                    <a:pt x="1775079" y="4449890"/>
                    <a:pt x="1838706" y="4504182"/>
                  </a:cubicBezTo>
                  <a:cubicBezTo>
                    <a:pt x="1885379" y="4543997"/>
                    <a:pt x="1938338" y="4576001"/>
                    <a:pt x="1996630" y="4595146"/>
                  </a:cubicBezTo>
                  <a:cubicBezTo>
                    <a:pt x="2073307" y="4620387"/>
                    <a:pt x="2155031" y="4622006"/>
                    <a:pt x="2235899" y="4623912"/>
                  </a:cubicBezTo>
                  <a:cubicBezTo>
                    <a:pt x="2311718" y="4625626"/>
                    <a:pt x="2387536" y="4627531"/>
                    <a:pt x="2463165" y="4623912"/>
                  </a:cubicBezTo>
                  <a:cubicBezTo>
                    <a:pt x="2562892" y="4619149"/>
                    <a:pt x="2661857" y="4605147"/>
                    <a:pt x="2761583" y="4599528"/>
                  </a:cubicBezTo>
                  <a:cubicBezTo>
                    <a:pt x="2804160" y="4597146"/>
                    <a:pt x="2846927" y="4596289"/>
                    <a:pt x="2889504" y="4599528"/>
                  </a:cubicBezTo>
                  <a:cubicBezTo>
                    <a:pt x="2976277" y="4606100"/>
                    <a:pt x="3060573" y="4629246"/>
                    <a:pt x="3145250" y="4649534"/>
                  </a:cubicBezTo>
                  <a:cubicBezTo>
                    <a:pt x="3255074" y="4675918"/>
                    <a:pt x="3366326" y="4698016"/>
                    <a:pt x="3479197" y="4699826"/>
                  </a:cubicBezTo>
                  <a:cubicBezTo>
                    <a:pt x="3585210" y="4701540"/>
                    <a:pt x="3691700" y="4685633"/>
                    <a:pt x="3786283" y="4638008"/>
                  </a:cubicBezTo>
                  <a:cubicBezTo>
                    <a:pt x="3862578" y="4599623"/>
                    <a:pt x="3927253" y="4542758"/>
                    <a:pt x="3991642" y="4486371"/>
                  </a:cubicBezTo>
                  <a:cubicBezTo>
                    <a:pt x="4064984" y="4422172"/>
                    <a:pt x="4138708" y="4358355"/>
                    <a:pt x="4207002" y="4288917"/>
                  </a:cubicBezTo>
                  <a:cubicBezTo>
                    <a:pt x="4282631" y="4211955"/>
                    <a:pt x="4351401" y="4128611"/>
                    <a:pt x="4420362" y="4045553"/>
                  </a:cubicBezTo>
                  <a:cubicBezTo>
                    <a:pt x="4488085" y="3964020"/>
                    <a:pt x="4556379" y="3882676"/>
                    <a:pt x="4629722" y="3806190"/>
                  </a:cubicBezTo>
                  <a:cubicBezTo>
                    <a:pt x="4732211" y="3699224"/>
                    <a:pt x="4844796" y="3602260"/>
                    <a:pt x="4943761" y="3491960"/>
                  </a:cubicBezTo>
                  <a:cubicBezTo>
                    <a:pt x="4991386" y="3438906"/>
                    <a:pt x="5035677" y="3382995"/>
                    <a:pt x="5080349" y="3327368"/>
                  </a:cubicBezTo>
                  <a:cubicBezTo>
                    <a:pt x="5165980" y="3220688"/>
                    <a:pt x="5253419" y="3115151"/>
                    <a:pt x="5327618" y="3000185"/>
                  </a:cubicBezTo>
                  <a:cubicBezTo>
                    <a:pt x="5390483" y="2902839"/>
                    <a:pt x="5443442" y="2799493"/>
                    <a:pt x="5489163" y="2693003"/>
                  </a:cubicBezTo>
                  <a:cubicBezTo>
                    <a:pt x="5532406" y="2592229"/>
                    <a:pt x="5569077" y="2488787"/>
                    <a:pt x="5606796" y="2385822"/>
                  </a:cubicBezTo>
                  <a:cubicBezTo>
                    <a:pt x="5652135" y="2261902"/>
                    <a:pt x="5699093" y="2137410"/>
                    <a:pt x="5776246" y="2030730"/>
                  </a:cubicBezTo>
                  <a:cubicBezTo>
                    <a:pt x="5831872" y="1953768"/>
                    <a:pt x="5901500" y="1888427"/>
                    <a:pt x="5976652" y="1830229"/>
                  </a:cubicBezTo>
                  <a:cubicBezTo>
                    <a:pt x="6047042" y="1775746"/>
                    <a:pt x="6121813" y="1727359"/>
                    <a:pt x="6196965" y="1679639"/>
                  </a:cubicBezTo>
                  <a:cubicBezTo>
                    <a:pt x="6286119" y="1622965"/>
                    <a:pt x="6375940" y="1566767"/>
                    <a:pt x="6456140" y="1498092"/>
                  </a:cubicBezTo>
                  <a:cubicBezTo>
                    <a:pt x="6534341" y="1431227"/>
                    <a:pt x="6602063" y="1353217"/>
                    <a:pt x="6663500" y="1270635"/>
                  </a:cubicBezTo>
                  <a:cubicBezTo>
                    <a:pt x="6737509" y="1171194"/>
                    <a:pt x="6802374" y="1064514"/>
                    <a:pt x="6842951" y="947452"/>
                  </a:cubicBezTo>
                  <a:cubicBezTo>
                    <a:pt x="6871240" y="865823"/>
                    <a:pt x="6887051" y="780383"/>
                    <a:pt x="6890766" y="694087"/>
                  </a:cubicBezTo>
                  <a:cubicBezTo>
                    <a:pt x="6893719" y="625888"/>
                    <a:pt x="6888861" y="557117"/>
                    <a:pt x="6866858" y="492633"/>
                  </a:cubicBezTo>
                  <a:cubicBezTo>
                    <a:pt x="6831616" y="389573"/>
                    <a:pt x="6755511" y="307848"/>
                    <a:pt x="6675406" y="233267"/>
                  </a:cubicBezTo>
                  <a:cubicBezTo>
                    <a:pt x="6607588" y="170402"/>
                    <a:pt x="6496336" y="56007"/>
                    <a:pt x="642261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CC44302-CB8C-48E2-B1CD-BA4D30DA6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0EAC85F3-ABB7-4AE5-A19F-69B28F09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9439"/>
              <a:ext cx="8755533" cy="5998603"/>
            </a:xfrm>
            <a:custGeom>
              <a:avLst/>
              <a:gdLst>
                <a:gd name="connsiteX0" fmla="*/ 6072569 w 6649344"/>
                <a:gd name="connsiteY0" fmla="*/ 0 h 4555608"/>
                <a:gd name="connsiteX1" fmla="*/ 6201347 w 6649344"/>
                <a:gd name="connsiteY1" fmla="*/ 218218 h 4555608"/>
                <a:gd name="connsiteX2" fmla="*/ 6519101 w 6649344"/>
                <a:gd name="connsiteY2" fmla="*/ 492919 h 4555608"/>
                <a:gd name="connsiteX3" fmla="*/ 6648260 w 6649344"/>
                <a:gd name="connsiteY3" fmla="*/ 789718 h 4555608"/>
                <a:gd name="connsiteX4" fmla="*/ 6574060 w 6649344"/>
                <a:gd name="connsiteY4" fmla="*/ 1096137 h 4555608"/>
                <a:gd name="connsiteX5" fmla="*/ 6385084 w 6649344"/>
                <a:gd name="connsiteY5" fmla="*/ 1349883 h 4555608"/>
                <a:gd name="connsiteX6" fmla="*/ 6126671 w 6649344"/>
                <a:gd name="connsiteY6" fmla="*/ 1515047 h 4555608"/>
                <a:gd name="connsiteX7" fmla="*/ 5851493 w 6649344"/>
                <a:gd name="connsiteY7" fmla="*/ 1632299 h 4555608"/>
                <a:gd name="connsiteX8" fmla="*/ 5679187 w 6649344"/>
                <a:gd name="connsiteY8" fmla="*/ 1759172 h 4555608"/>
                <a:gd name="connsiteX9" fmla="*/ 5564314 w 6649344"/>
                <a:gd name="connsiteY9" fmla="*/ 1962626 h 4555608"/>
                <a:gd name="connsiteX10" fmla="*/ 5470970 w 6649344"/>
                <a:gd name="connsiteY10" fmla="*/ 2245138 h 4555608"/>
                <a:gd name="connsiteX11" fmla="*/ 5406390 w 6649344"/>
                <a:gd name="connsiteY11" fmla="*/ 2467737 h 4555608"/>
                <a:gd name="connsiteX12" fmla="*/ 5327428 w 6649344"/>
                <a:gd name="connsiteY12" fmla="*/ 2723864 h 4555608"/>
                <a:gd name="connsiteX13" fmla="*/ 5198269 w 6649344"/>
                <a:gd name="connsiteY13" fmla="*/ 2970467 h 4555608"/>
                <a:gd name="connsiteX14" fmla="*/ 5085779 w 6649344"/>
                <a:gd name="connsiteY14" fmla="*/ 3147632 h 4555608"/>
                <a:gd name="connsiteX15" fmla="*/ 4839367 w 6649344"/>
                <a:gd name="connsiteY15" fmla="*/ 3461195 h 4555608"/>
                <a:gd name="connsiteX16" fmla="*/ 4639628 w 6649344"/>
                <a:gd name="connsiteY16" fmla="*/ 3661125 h 4555608"/>
                <a:gd name="connsiteX17" fmla="*/ 4467320 w 6649344"/>
                <a:gd name="connsiteY17" fmla="*/ 3833432 h 4555608"/>
                <a:gd name="connsiteX18" fmla="*/ 4292632 w 6649344"/>
                <a:gd name="connsiteY18" fmla="*/ 4008215 h 4555608"/>
                <a:gd name="connsiteX19" fmla="*/ 3976783 w 6649344"/>
                <a:gd name="connsiteY19" fmla="*/ 4324160 h 4555608"/>
                <a:gd name="connsiteX20" fmla="*/ 3793712 w 6649344"/>
                <a:gd name="connsiteY20" fmla="*/ 4478560 h 4555608"/>
                <a:gd name="connsiteX21" fmla="*/ 3509010 w 6649344"/>
                <a:gd name="connsiteY21" fmla="*/ 4555141 h 4555608"/>
                <a:gd name="connsiteX22" fmla="*/ 2982659 w 6649344"/>
                <a:gd name="connsiteY22" fmla="*/ 4488085 h 4555608"/>
                <a:gd name="connsiteX23" fmla="*/ 2420398 w 6649344"/>
                <a:gd name="connsiteY23" fmla="*/ 4488085 h 4555608"/>
                <a:gd name="connsiteX24" fmla="*/ 2176939 w 6649344"/>
                <a:gd name="connsiteY24" fmla="*/ 4463034 h 4555608"/>
                <a:gd name="connsiteX25" fmla="*/ 1810607 w 6649344"/>
                <a:gd name="connsiteY25" fmla="*/ 4272629 h 4555608"/>
                <a:gd name="connsiteX26" fmla="*/ 1615345 w 6649344"/>
                <a:gd name="connsiteY26" fmla="*/ 3953733 h 4555608"/>
                <a:gd name="connsiteX27" fmla="*/ 1455801 w 6649344"/>
                <a:gd name="connsiteY27" fmla="*/ 3613309 h 4555608"/>
                <a:gd name="connsiteX28" fmla="*/ 1362742 w 6649344"/>
                <a:gd name="connsiteY28" fmla="*/ 3309080 h 4555608"/>
                <a:gd name="connsiteX29" fmla="*/ 1429226 w 6649344"/>
                <a:gd name="connsiteY29" fmla="*/ 2865215 h 4555608"/>
                <a:gd name="connsiteX30" fmla="*/ 1493996 w 6649344"/>
                <a:gd name="connsiteY30" fmla="*/ 2444591 h 4555608"/>
                <a:gd name="connsiteX31" fmla="*/ 1379315 w 6649344"/>
                <a:gd name="connsiteY31" fmla="*/ 2240090 h 4555608"/>
                <a:gd name="connsiteX32" fmla="*/ 1243108 w 6649344"/>
                <a:gd name="connsiteY32" fmla="*/ 2156936 h 4555608"/>
                <a:gd name="connsiteX33" fmla="*/ 929069 w 6649344"/>
                <a:gd name="connsiteY33" fmla="*/ 2075498 h 4555608"/>
                <a:gd name="connsiteX34" fmla="*/ 736282 w 6649344"/>
                <a:gd name="connsiteY34" fmla="*/ 2120360 h 4555608"/>
                <a:gd name="connsiteX35" fmla="*/ 443865 w 6649344"/>
                <a:gd name="connsiteY35" fmla="*/ 2266664 h 4555608"/>
                <a:gd name="connsiteX36" fmla="*/ 0 w 6649344"/>
                <a:gd name="connsiteY36" fmla="*/ 2592229 h 45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49344" h="4555608">
                  <a:moveTo>
                    <a:pt x="6072569" y="0"/>
                  </a:moveTo>
                  <a:cubicBezTo>
                    <a:pt x="6092857" y="34576"/>
                    <a:pt x="6094000" y="127349"/>
                    <a:pt x="6201347" y="218218"/>
                  </a:cubicBezTo>
                  <a:cubicBezTo>
                    <a:pt x="6308789" y="309086"/>
                    <a:pt x="6430518" y="383858"/>
                    <a:pt x="6519101" y="492919"/>
                  </a:cubicBezTo>
                  <a:cubicBezTo>
                    <a:pt x="6588919" y="578834"/>
                    <a:pt x="6640449" y="679704"/>
                    <a:pt x="6648260" y="789718"/>
                  </a:cubicBezTo>
                  <a:cubicBezTo>
                    <a:pt x="6655880" y="896303"/>
                    <a:pt x="6622542" y="1000411"/>
                    <a:pt x="6574060" y="1096137"/>
                  </a:cubicBezTo>
                  <a:cubicBezTo>
                    <a:pt x="6526054" y="1191101"/>
                    <a:pt x="6463570" y="1278160"/>
                    <a:pt x="6385084" y="1349883"/>
                  </a:cubicBezTo>
                  <a:cubicBezTo>
                    <a:pt x="6309170" y="1419225"/>
                    <a:pt x="6220397" y="1472660"/>
                    <a:pt x="6126671" y="1515047"/>
                  </a:cubicBezTo>
                  <a:cubicBezTo>
                    <a:pt x="6035707" y="1556194"/>
                    <a:pt x="5940362" y="1586960"/>
                    <a:pt x="5851493" y="1632299"/>
                  </a:cubicBezTo>
                  <a:cubicBezTo>
                    <a:pt x="5787390" y="1665065"/>
                    <a:pt x="5726906" y="1705356"/>
                    <a:pt x="5679187" y="1759172"/>
                  </a:cubicBezTo>
                  <a:cubicBezTo>
                    <a:pt x="5627180" y="1817846"/>
                    <a:pt x="5593176" y="1889569"/>
                    <a:pt x="5564314" y="1962626"/>
                  </a:cubicBezTo>
                  <a:cubicBezTo>
                    <a:pt x="5527834" y="2054923"/>
                    <a:pt x="5499354" y="2149983"/>
                    <a:pt x="5470970" y="2245138"/>
                  </a:cubicBezTo>
                  <a:cubicBezTo>
                    <a:pt x="5448872" y="2319147"/>
                    <a:pt x="5426869" y="2393252"/>
                    <a:pt x="5406390" y="2467737"/>
                  </a:cubicBezTo>
                  <a:cubicBezTo>
                    <a:pt x="5382673" y="2553938"/>
                    <a:pt x="5360765" y="2640902"/>
                    <a:pt x="5327428" y="2723864"/>
                  </a:cubicBezTo>
                  <a:cubicBezTo>
                    <a:pt x="5292757" y="2810066"/>
                    <a:pt x="5246275" y="2890838"/>
                    <a:pt x="5198269" y="2970467"/>
                  </a:cubicBezTo>
                  <a:cubicBezTo>
                    <a:pt x="5162074" y="3030379"/>
                    <a:pt x="5124927" y="3089625"/>
                    <a:pt x="5085779" y="3147632"/>
                  </a:cubicBezTo>
                  <a:cubicBezTo>
                    <a:pt x="5011293" y="3258026"/>
                    <a:pt x="4929854" y="3363659"/>
                    <a:pt x="4839367" y="3461195"/>
                  </a:cubicBezTo>
                  <a:cubicBezTo>
                    <a:pt x="4775264" y="3530251"/>
                    <a:pt x="4706779" y="3595021"/>
                    <a:pt x="4639628" y="3661125"/>
                  </a:cubicBezTo>
                  <a:cubicBezTo>
                    <a:pt x="4581620" y="3717989"/>
                    <a:pt x="4524661" y="3775901"/>
                    <a:pt x="4467320" y="3833432"/>
                  </a:cubicBezTo>
                  <a:cubicBezTo>
                    <a:pt x="4409218" y="3891820"/>
                    <a:pt x="4350925" y="3949922"/>
                    <a:pt x="4292632" y="4008215"/>
                  </a:cubicBezTo>
                  <a:cubicBezTo>
                    <a:pt x="4187285" y="4113467"/>
                    <a:pt x="4082129" y="4218909"/>
                    <a:pt x="3976783" y="4324160"/>
                  </a:cubicBezTo>
                  <a:cubicBezTo>
                    <a:pt x="3920014" y="4380929"/>
                    <a:pt x="3862673" y="4437793"/>
                    <a:pt x="3793712" y="4478560"/>
                  </a:cubicBezTo>
                  <a:cubicBezTo>
                    <a:pt x="3707797" y="4529328"/>
                    <a:pt x="3608832" y="4551712"/>
                    <a:pt x="3509010" y="4555141"/>
                  </a:cubicBezTo>
                  <a:cubicBezTo>
                    <a:pt x="3331845" y="4561237"/>
                    <a:pt x="3159347" y="4506087"/>
                    <a:pt x="2982659" y="4488085"/>
                  </a:cubicBezTo>
                  <a:cubicBezTo>
                    <a:pt x="2796064" y="4469130"/>
                    <a:pt x="2608135" y="4491323"/>
                    <a:pt x="2420398" y="4488085"/>
                  </a:cubicBezTo>
                  <a:cubicBezTo>
                    <a:pt x="2338673" y="4486656"/>
                    <a:pt x="2256949" y="4480084"/>
                    <a:pt x="2176939" y="4463034"/>
                  </a:cubicBezTo>
                  <a:cubicBezTo>
                    <a:pt x="2039207" y="4433697"/>
                    <a:pt x="1908429" y="4373499"/>
                    <a:pt x="1810607" y="4272629"/>
                  </a:cubicBezTo>
                  <a:cubicBezTo>
                    <a:pt x="1723358" y="4182618"/>
                    <a:pt x="1669637" y="4067175"/>
                    <a:pt x="1615345" y="3953733"/>
                  </a:cubicBezTo>
                  <a:cubicBezTo>
                    <a:pt x="1561243" y="3840671"/>
                    <a:pt x="1505807" y="3728180"/>
                    <a:pt x="1455801" y="3613309"/>
                  </a:cubicBezTo>
                  <a:cubicBezTo>
                    <a:pt x="1413129" y="3515392"/>
                    <a:pt x="1374553" y="3414998"/>
                    <a:pt x="1362742" y="3309080"/>
                  </a:cubicBezTo>
                  <a:cubicBezTo>
                    <a:pt x="1346073" y="3158966"/>
                    <a:pt x="1384649" y="3010091"/>
                    <a:pt x="1429226" y="2865215"/>
                  </a:cubicBezTo>
                  <a:cubicBezTo>
                    <a:pt x="1471898" y="2726627"/>
                    <a:pt x="1522190" y="2585657"/>
                    <a:pt x="1493996" y="2444591"/>
                  </a:cubicBezTo>
                  <a:cubicBezTo>
                    <a:pt x="1478280" y="2365915"/>
                    <a:pt x="1439513" y="2293144"/>
                    <a:pt x="1379315" y="2240090"/>
                  </a:cubicBezTo>
                  <a:cubicBezTo>
                    <a:pt x="1339215" y="2204752"/>
                    <a:pt x="1291495" y="2179796"/>
                    <a:pt x="1243108" y="2156936"/>
                  </a:cubicBezTo>
                  <a:cubicBezTo>
                    <a:pt x="1143476" y="2110073"/>
                    <a:pt x="1038511" y="2069973"/>
                    <a:pt x="929069" y="2075498"/>
                  </a:cubicBezTo>
                  <a:cubicBezTo>
                    <a:pt x="862870" y="2078831"/>
                    <a:pt x="799052" y="2098643"/>
                    <a:pt x="736282" y="2120360"/>
                  </a:cubicBezTo>
                  <a:cubicBezTo>
                    <a:pt x="632365" y="2156365"/>
                    <a:pt x="492633" y="2168366"/>
                    <a:pt x="443865" y="2266664"/>
                  </a:cubicBezTo>
                  <a:cubicBezTo>
                    <a:pt x="229648" y="2699480"/>
                    <a:pt x="8858" y="2576036"/>
                    <a:pt x="0" y="2592229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D6442C7-EA96-48F7-8E52-15B32EDD6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2542"/>
              <a:ext cx="8335554" cy="5823102"/>
            </a:xfrm>
            <a:custGeom>
              <a:avLst/>
              <a:gdLst>
                <a:gd name="connsiteX0" fmla="*/ 0 w 6330393"/>
                <a:gd name="connsiteY0" fmla="*/ 2249519 h 4422324"/>
                <a:gd name="connsiteX1" fmla="*/ 653129 w 6330393"/>
                <a:gd name="connsiteY1" fmla="*/ 1966532 h 4422324"/>
                <a:gd name="connsiteX2" fmla="*/ 972122 w 6330393"/>
                <a:gd name="connsiteY2" fmla="*/ 1926622 h 4422324"/>
                <a:gd name="connsiteX3" fmla="*/ 1340168 w 6330393"/>
                <a:gd name="connsiteY3" fmla="*/ 2041398 h 4422324"/>
                <a:gd name="connsiteX4" fmla="*/ 1572768 w 6330393"/>
                <a:gd name="connsiteY4" fmla="*/ 2147697 h 4422324"/>
                <a:gd name="connsiteX5" fmla="*/ 1747647 w 6330393"/>
                <a:gd name="connsiteY5" fmla="*/ 2370677 h 4422324"/>
                <a:gd name="connsiteX6" fmla="*/ 1718596 w 6330393"/>
                <a:gd name="connsiteY6" fmla="*/ 2632043 h 4422324"/>
                <a:gd name="connsiteX7" fmla="*/ 1575054 w 6330393"/>
                <a:gd name="connsiteY7" fmla="*/ 2947988 h 4422324"/>
                <a:gd name="connsiteX8" fmla="*/ 1543431 w 6330393"/>
                <a:gd name="connsiteY8" fmla="*/ 3462147 h 4422324"/>
                <a:gd name="connsiteX9" fmla="*/ 1666875 w 6330393"/>
                <a:gd name="connsiteY9" fmla="*/ 3792474 h 4422324"/>
                <a:gd name="connsiteX10" fmla="*/ 1801844 w 6330393"/>
                <a:gd name="connsiteY10" fmla="*/ 4048125 h 4422324"/>
                <a:gd name="connsiteX11" fmla="*/ 2011490 w 6330393"/>
                <a:gd name="connsiteY11" fmla="*/ 4257866 h 4422324"/>
                <a:gd name="connsiteX12" fmla="*/ 2383727 w 6330393"/>
                <a:gd name="connsiteY12" fmla="*/ 4353687 h 4422324"/>
                <a:gd name="connsiteX13" fmla="*/ 2745105 w 6330393"/>
                <a:gd name="connsiteY13" fmla="*/ 4353687 h 4422324"/>
                <a:gd name="connsiteX14" fmla="*/ 3001232 w 6330393"/>
                <a:gd name="connsiteY14" fmla="*/ 4368927 h 4422324"/>
                <a:gd name="connsiteX15" fmla="*/ 3316891 w 6330393"/>
                <a:gd name="connsiteY15" fmla="*/ 4402170 h 4422324"/>
                <a:gd name="connsiteX16" fmla="*/ 3578543 w 6330393"/>
                <a:gd name="connsiteY16" fmla="*/ 4413218 h 4422324"/>
                <a:gd name="connsiteX17" fmla="*/ 3746087 w 6330393"/>
                <a:gd name="connsiteY17" fmla="*/ 4330065 h 4422324"/>
                <a:gd name="connsiteX18" fmla="*/ 3986689 w 6330393"/>
                <a:gd name="connsiteY18" fmla="*/ 4147280 h 4422324"/>
                <a:gd name="connsiteX19" fmla="*/ 4469987 w 6330393"/>
                <a:gd name="connsiteY19" fmla="*/ 3682841 h 4422324"/>
                <a:gd name="connsiteX20" fmla="*/ 4742784 w 6330393"/>
                <a:gd name="connsiteY20" fmla="*/ 3409950 h 4422324"/>
                <a:gd name="connsiteX21" fmla="*/ 5029867 w 6330393"/>
                <a:gd name="connsiteY21" fmla="*/ 3058097 h 4422324"/>
                <a:gd name="connsiteX22" fmla="*/ 5211699 w 6330393"/>
                <a:gd name="connsiteY22" fmla="*/ 2675096 h 4422324"/>
                <a:gd name="connsiteX23" fmla="*/ 5326571 w 6330393"/>
                <a:gd name="connsiteY23" fmla="*/ 2136458 h 4422324"/>
                <a:gd name="connsiteX24" fmla="*/ 5407914 w 6330393"/>
                <a:gd name="connsiteY24" fmla="*/ 1772603 h 4422324"/>
                <a:gd name="connsiteX25" fmla="*/ 5517928 w 6330393"/>
                <a:gd name="connsiteY25" fmla="*/ 1456658 h 4422324"/>
                <a:gd name="connsiteX26" fmla="*/ 5649563 w 6330393"/>
                <a:gd name="connsiteY26" fmla="*/ 1325023 h 4422324"/>
                <a:gd name="connsiteX27" fmla="*/ 5963031 w 6330393"/>
                <a:gd name="connsiteY27" fmla="*/ 1289114 h 4422324"/>
                <a:gd name="connsiteX28" fmla="*/ 6185535 w 6330393"/>
                <a:gd name="connsiteY28" fmla="*/ 1217295 h 4422324"/>
                <a:gd name="connsiteX29" fmla="*/ 6326696 w 6330393"/>
                <a:gd name="connsiteY29" fmla="*/ 992315 h 4422324"/>
                <a:gd name="connsiteX30" fmla="*/ 6305169 w 6330393"/>
                <a:gd name="connsiteY30" fmla="*/ 824770 h 4422324"/>
                <a:gd name="connsiteX31" fmla="*/ 6156865 w 6330393"/>
                <a:gd name="connsiteY31" fmla="*/ 654844 h 4422324"/>
                <a:gd name="connsiteX32" fmla="*/ 5908072 w 6330393"/>
                <a:gd name="connsiteY32" fmla="*/ 506444 h 4422324"/>
                <a:gd name="connsiteX33" fmla="*/ 5606605 w 6330393"/>
                <a:gd name="connsiteY33" fmla="*/ 353282 h 4422324"/>
                <a:gd name="connsiteX34" fmla="*/ 5506117 w 6330393"/>
                <a:gd name="connsiteY34" fmla="*/ 164211 h 4422324"/>
                <a:gd name="connsiteX35" fmla="*/ 5598890 w 6330393"/>
                <a:gd name="connsiteY35" fmla="*/ 0 h 442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330393" h="4422324">
                  <a:moveTo>
                    <a:pt x="0" y="2249519"/>
                  </a:moveTo>
                  <a:cubicBezTo>
                    <a:pt x="166592" y="2158746"/>
                    <a:pt x="472059" y="2022443"/>
                    <a:pt x="653129" y="1966532"/>
                  </a:cubicBezTo>
                  <a:cubicBezTo>
                    <a:pt x="756761" y="1934528"/>
                    <a:pt x="864489" y="1915573"/>
                    <a:pt x="972122" y="1926622"/>
                  </a:cubicBezTo>
                  <a:cubicBezTo>
                    <a:pt x="1100423" y="1939766"/>
                    <a:pt x="1219581" y="1994630"/>
                    <a:pt x="1340168" y="2041398"/>
                  </a:cubicBezTo>
                  <a:cubicBezTo>
                    <a:pt x="1419987" y="2072354"/>
                    <a:pt x="1501140" y="2101025"/>
                    <a:pt x="1572768" y="2147697"/>
                  </a:cubicBezTo>
                  <a:cubicBezTo>
                    <a:pt x="1654874" y="2201132"/>
                    <a:pt x="1723454" y="2276285"/>
                    <a:pt x="1747647" y="2370677"/>
                  </a:cubicBezTo>
                  <a:cubicBezTo>
                    <a:pt x="1769840" y="2457545"/>
                    <a:pt x="1750981" y="2547842"/>
                    <a:pt x="1718596" y="2632043"/>
                  </a:cubicBezTo>
                  <a:cubicBezTo>
                    <a:pt x="1676876" y="2740152"/>
                    <a:pt x="1615345" y="2839403"/>
                    <a:pt x="1575054" y="2947988"/>
                  </a:cubicBezTo>
                  <a:cubicBezTo>
                    <a:pt x="1514094" y="3112199"/>
                    <a:pt x="1505141" y="3291269"/>
                    <a:pt x="1543431" y="3462147"/>
                  </a:cubicBezTo>
                  <a:cubicBezTo>
                    <a:pt x="1569244" y="3577114"/>
                    <a:pt x="1617536" y="3685318"/>
                    <a:pt x="1666875" y="3792474"/>
                  </a:cubicBezTo>
                  <a:cubicBezTo>
                    <a:pt x="1707261" y="3880199"/>
                    <a:pt x="1748600" y="3967734"/>
                    <a:pt x="1801844" y="4048125"/>
                  </a:cubicBezTo>
                  <a:cubicBezTo>
                    <a:pt x="1857185" y="4131659"/>
                    <a:pt x="1925669" y="4206431"/>
                    <a:pt x="2011490" y="4257866"/>
                  </a:cubicBezTo>
                  <a:cubicBezTo>
                    <a:pt x="2122837" y="4324636"/>
                    <a:pt x="2253615" y="4347020"/>
                    <a:pt x="2383727" y="4353687"/>
                  </a:cubicBezTo>
                  <a:cubicBezTo>
                    <a:pt x="2504027" y="4359879"/>
                    <a:pt x="2624614" y="4351973"/>
                    <a:pt x="2745105" y="4353687"/>
                  </a:cubicBezTo>
                  <a:cubicBezTo>
                    <a:pt x="2830640" y="4354925"/>
                    <a:pt x="2915984" y="4361688"/>
                    <a:pt x="3001232" y="4368927"/>
                  </a:cubicBezTo>
                  <a:cubicBezTo>
                    <a:pt x="3106674" y="4377881"/>
                    <a:pt x="3212211" y="4386739"/>
                    <a:pt x="3316891" y="4402170"/>
                  </a:cubicBezTo>
                  <a:cubicBezTo>
                    <a:pt x="3404426" y="4415028"/>
                    <a:pt x="3493008" y="4433697"/>
                    <a:pt x="3578543" y="4413218"/>
                  </a:cubicBezTo>
                  <a:cubicBezTo>
                    <a:pt x="3639598" y="4398645"/>
                    <a:pt x="3693890" y="4365403"/>
                    <a:pt x="3746087" y="4330065"/>
                  </a:cubicBezTo>
                  <a:cubicBezTo>
                    <a:pt x="3829622" y="4273677"/>
                    <a:pt x="3909727" y="4212431"/>
                    <a:pt x="3986689" y="4147280"/>
                  </a:cubicBezTo>
                  <a:cubicBezTo>
                    <a:pt x="4157282" y="4002881"/>
                    <a:pt x="4311206" y="3840290"/>
                    <a:pt x="4469987" y="3682841"/>
                  </a:cubicBezTo>
                  <a:cubicBezTo>
                    <a:pt x="4561332" y="3592259"/>
                    <a:pt x="4653915" y="3503009"/>
                    <a:pt x="4742784" y="3409950"/>
                  </a:cubicBezTo>
                  <a:cubicBezTo>
                    <a:pt x="4847558" y="3300222"/>
                    <a:pt x="4947190" y="3185255"/>
                    <a:pt x="5029867" y="3058097"/>
                  </a:cubicBezTo>
                  <a:cubicBezTo>
                    <a:pt x="5107305" y="2939129"/>
                    <a:pt x="5168646" y="2810351"/>
                    <a:pt x="5211699" y="2675096"/>
                  </a:cubicBezTo>
                  <a:cubicBezTo>
                    <a:pt x="5267516" y="2500027"/>
                    <a:pt x="5292186" y="2317147"/>
                    <a:pt x="5326571" y="2136458"/>
                  </a:cubicBezTo>
                  <a:cubicBezTo>
                    <a:pt x="5349812" y="2014347"/>
                    <a:pt x="5378672" y="1893380"/>
                    <a:pt x="5407914" y="1772603"/>
                  </a:cubicBezTo>
                  <a:cubicBezTo>
                    <a:pt x="5434299" y="1663446"/>
                    <a:pt x="5460683" y="1552861"/>
                    <a:pt x="5517928" y="1456658"/>
                  </a:cubicBezTo>
                  <a:cubicBezTo>
                    <a:pt x="5550408" y="1402080"/>
                    <a:pt x="5592889" y="1353312"/>
                    <a:pt x="5649563" y="1325023"/>
                  </a:cubicBezTo>
                  <a:cubicBezTo>
                    <a:pt x="5744528" y="1277493"/>
                    <a:pt x="5856065" y="1296924"/>
                    <a:pt x="5963031" y="1289114"/>
                  </a:cubicBezTo>
                  <a:cubicBezTo>
                    <a:pt x="6042279" y="1283303"/>
                    <a:pt x="6120479" y="1262539"/>
                    <a:pt x="6185535" y="1217295"/>
                  </a:cubicBezTo>
                  <a:cubicBezTo>
                    <a:pt x="6261164" y="1164717"/>
                    <a:pt x="6312694" y="1083374"/>
                    <a:pt x="6326696" y="992315"/>
                  </a:cubicBezTo>
                  <a:cubicBezTo>
                    <a:pt x="6335459" y="935450"/>
                    <a:pt x="6328791" y="877253"/>
                    <a:pt x="6305169" y="824770"/>
                  </a:cubicBezTo>
                  <a:cubicBezTo>
                    <a:pt x="6273927" y="755333"/>
                    <a:pt x="6217158" y="701897"/>
                    <a:pt x="6156865" y="654844"/>
                  </a:cubicBezTo>
                  <a:cubicBezTo>
                    <a:pt x="6080379" y="595217"/>
                    <a:pt x="5996750" y="545687"/>
                    <a:pt x="5908072" y="506444"/>
                  </a:cubicBezTo>
                  <a:cubicBezTo>
                    <a:pt x="5803964" y="460343"/>
                    <a:pt x="5692807" y="426815"/>
                    <a:pt x="5606605" y="353282"/>
                  </a:cubicBezTo>
                  <a:cubicBezTo>
                    <a:pt x="5549170" y="304229"/>
                    <a:pt x="5503259" y="238887"/>
                    <a:pt x="5506117" y="164211"/>
                  </a:cubicBezTo>
                  <a:cubicBezTo>
                    <a:pt x="5508213" y="106109"/>
                    <a:pt x="5598890" y="0"/>
                    <a:pt x="55988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ECB895E-B92E-4686-8B6F-BA0F9041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00" y="12542"/>
              <a:ext cx="3256801" cy="2769035"/>
            </a:xfrm>
            <a:custGeom>
              <a:avLst/>
              <a:gdLst>
                <a:gd name="connsiteX0" fmla="*/ 0 w 2563086"/>
                <a:gd name="connsiteY0" fmla="*/ 2102930 h 2102929"/>
                <a:gd name="connsiteX1" fmla="*/ 625888 w 2563086"/>
                <a:gd name="connsiteY1" fmla="*/ 1834229 h 2102929"/>
                <a:gd name="connsiteX2" fmla="*/ 954024 w 2563086"/>
                <a:gd name="connsiteY2" fmla="*/ 1789938 h 2102929"/>
                <a:gd name="connsiteX3" fmla="*/ 1379125 w 2563086"/>
                <a:gd name="connsiteY3" fmla="*/ 1870329 h 2102929"/>
                <a:gd name="connsiteX4" fmla="*/ 1819466 w 2563086"/>
                <a:gd name="connsiteY4" fmla="*/ 2021300 h 2102929"/>
                <a:gd name="connsiteX5" fmla="*/ 2221040 w 2563086"/>
                <a:gd name="connsiteY5" fmla="*/ 2010251 h 2102929"/>
                <a:gd name="connsiteX6" fmla="*/ 2507647 w 2563086"/>
                <a:gd name="connsiteY6" fmla="*/ 1867567 h 2102929"/>
                <a:gd name="connsiteX7" fmla="*/ 2560225 w 2563086"/>
                <a:gd name="connsiteY7" fmla="*/ 1652873 h 2102929"/>
                <a:gd name="connsiteX8" fmla="*/ 2328958 w 2563086"/>
                <a:gd name="connsiteY8" fmla="*/ 1295495 h 2102929"/>
                <a:gd name="connsiteX9" fmla="*/ 1676686 w 2563086"/>
                <a:gd name="connsiteY9" fmla="*/ 812292 h 2102929"/>
                <a:gd name="connsiteX10" fmla="*/ 1436942 w 2563086"/>
                <a:gd name="connsiteY10" fmla="*/ 669036 h 2102929"/>
                <a:gd name="connsiteX11" fmla="*/ 1157288 w 2563086"/>
                <a:gd name="connsiteY11" fmla="*/ 498634 h 2102929"/>
                <a:gd name="connsiteX12" fmla="*/ 928783 w 2563086"/>
                <a:gd name="connsiteY12" fmla="*/ 355949 h 2102929"/>
                <a:gd name="connsiteX13" fmla="*/ 649510 w 2563086"/>
                <a:gd name="connsiteY13" fmla="*/ 161639 h 2102929"/>
                <a:gd name="connsiteX14" fmla="*/ 373190 w 2563086"/>
                <a:gd name="connsiteY14" fmla="*/ 0 h 21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086" h="2102929">
                  <a:moveTo>
                    <a:pt x="0" y="2102930"/>
                  </a:moveTo>
                  <a:cubicBezTo>
                    <a:pt x="182499" y="1964341"/>
                    <a:pt x="402717" y="1887855"/>
                    <a:pt x="625888" y="1834229"/>
                  </a:cubicBezTo>
                  <a:cubicBezTo>
                    <a:pt x="733711" y="1808321"/>
                    <a:pt x="843248" y="1789557"/>
                    <a:pt x="954024" y="1789938"/>
                  </a:cubicBezTo>
                  <a:cubicBezTo>
                    <a:pt x="1098995" y="1790414"/>
                    <a:pt x="1241965" y="1822609"/>
                    <a:pt x="1379125" y="1870329"/>
                  </a:cubicBezTo>
                  <a:cubicBezTo>
                    <a:pt x="1526191" y="1921478"/>
                    <a:pt x="1666780" y="1992059"/>
                    <a:pt x="1819466" y="2021300"/>
                  </a:cubicBezTo>
                  <a:cubicBezTo>
                    <a:pt x="1952244" y="2046827"/>
                    <a:pt x="2088356" y="2037112"/>
                    <a:pt x="2221040" y="2010251"/>
                  </a:cubicBezTo>
                  <a:cubicBezTo>
                    <a:pt x="2329720" y="1988249"/>
                    <a:pt x="2440877" y="1954530"/>
                    <a:pt x="2507647" y="1867567"/>
                  </a:cubicBezTo>
                  <a:cubicBezTo>
                    <a:pt x="2554320" y="1806702"/>
                    <a:pt x="2570226" y="1729073"/>
                    <a:pt x="2560225" y="1652873"/>
                  </a:cubicBezTo>
                  <a:cubicBezTo>
                    <a:pt x="2541270" y="1508665"/>
                    <a:pt x="2436019" y="1396175"/>
                    <a:pt x="2328958" y="1295495"/>
                  </a:cubicBezTo>
                  <a:cubicBezTo>
                    <a:pt x="2131314" y="1109567"/>
                    <a:pt x="1908429" y="953643"/>
                    <a:pt x="1676686" y="812292"/>
                  </a:cubicBezTo>
                  <a:cubicBezTo>
                    <a:pt x="1597152" y="763810"/>
                    <a:pt x="1516856" y="716756"/>
                    <a:pt x="1436942" y="669036"/>
                  </a:cubicBezTo>
                  <a:cubicBezTo>
                    <a:pt x="1343216" y="613029"/>
                    <a:pt x="1250442" y="555498"/>
                    <a:pt x="1157288" y="498634"/>
                  </a:cubicBezTo>
                  <a:cubicBezTo>
                    <a:pt x="1080611" y="451866"/>
                    <a:pt x="1003745" y="405479"/>
                    <a:pt x="928783" y="355949"/>
                  </a:cubicBezTo>
                  <a:cubicBezTo>
                    <a:pt x="834200" y="293465"/>
                    <a:pt x="743140" y="225552"/>
                    <a:pt x="649510" y="161639"/>
                  </a:cubicBezTo>
                  <a:cubicBezTo>
                    <a:pt x="539496" y="86487"/>
                    <a:pt x="373190" y="0"/>
                    <a:pt x="3731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57CEDFC-C202-445C-9D3B-467FB3DCE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763FC30-4283-464C-932E-272A62FE5D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DE2B79E-20B8-482A-9098-FCAEF6B21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232906"/>
              <a:ext cx="1832649" cy="1702458"/>
            </a:xfrm>
            <a:custGeom>
              <a:avLst/>
              <a:gdLst>
                <a:gd name="connsiteX0" fmla="*/ 0 w 1391796"/>
                <a:gd name="connsiteY0" fmla="*/ 1292924 h 1292923"/>
                <a:gd name="connsiteX1" fmla="*/ 696563 w 1391796"/>
                <a:gd name="connsiteY1" fmla="*/ 1150906 h 1292923"/>
                <a:gd name="connsiteX2" fmla="*/ 993934 w 1391796"/>
                <a:gd name="connsiteY2" fmla="*/ 1192435 h 1292923"/>
                <a:gd name="connsiteX3" fmla="*/ 1155097 w 1391796"/>
                <a:gd name="connsiteY3" fmla="*/ 1192435 h 1292923"/>
                <a:gd name="connsiteX4" fmla="*/ 1324547 w 1391796"/>
                <a:gd name="connsiteY4" fmla="*/ 1184148 h 1292923"/>
                <a:gd name="connsiteX5" fmla="*/ 1381030 w 1391796"/>
                <a:gd name="connsiteY5" fmla="*/ 1149191 h 1292923"/>
                <a:gd name="connsiteX6" fmla="*/ 1357789 w 1391796"/>
                <a:gd name="connsiteY6" fmla="*/ 1027843 h 1292923"/>
                <a:gd name="connsiteX7" fmla="*/ 1136809 w 1391796"/>
                <a:gd name="connsiteY7" fmla="*/ 838295 h 1292923"/>
                <a:gd name="connsiteX8" fmla="*/ 804482 w 1391796"/>
                <a:gd name="connsiteY8" fmla="*/ 595598 h 1292923"/>
                <a:gd name="connsiteX9" fmla="*/ 530352 w 1391796"/>
                <a:gd name="connsiteY9" fmla="*/ 381191 h 1292923"/>
                <a:gd name="connsiteX10" fmla="*/ 0 w 1391796"/>
                <a:gd name="connsiteY10" fmla="*/ 0 h 129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1796" h="1292923">
                  <a:moveTo>
                    <a:pt x="0" y="1292924"/>
                  </a:moveTo>
                  <a:cubicBezTo>
                    <a:pt x="158877" y="1243108"/>
                    <a:pt x="531019" y="1138047"/>
                    <a:pt x="696563" y="1150906"/>
                  </a:cubicBezTo>
                  <a:cubicBezTo>
                    <a:pt x="796481" y="1158621"/>
                    <a:pt x="894017" y="1185863"/>
                    <a:pt x="993934" y="1192435"/>
                  </a:cubicBezTo>
                  <a:cubicBezTo>
                    <a:pt x="1047559" y="1195959"/>
                    <a:pt x="1101376" y="1192054"/>
                    <a:pt x="1155097" y="1192435"/>
                  </a:cubicBezTo>
                  <a:cubicBezTo>
                    <a:pt x="1212056" y="1192816"/>
                    <a:pt x="1269683" y="1198626"/>
                    <a:pt x="1324547" y="1184148"/>
                  </a:cubicBezTo>
                  <a:cubicBezTo>
                    <a:pt x="1346930" y="1178243"/>
                    <a:pt x="1368266" y="1168241"/>
                    <a:pt x="1381030" y="1149191"/>
                  </a:cubicBezTo>
                  <a:cubicBezTo>
                    <a:pt x="1405795" y="1112425"/>
                    <a:pt x="1383506" y="1065752"/>
                    <a:pt x="1357789" y="1027843"/>
                  </a:cubicBezTo>
                  <a:cubicBezTo>
                    <a:pt x="1302734" y="946880"/>
                    <a:pt x="1218152" y="893540"/>
                    <a:pt x="1136809" y="838295"/>
                  </a:cubicBezTo>
                  <a:cubicBezTo>
                    <a:pt x="1023271" y="761238"/>
                    <a:pt x="912971" y="679609"/>
                    <a:pt x="804482" y="595598"/>
                  </a:cubicBezTo>
                  <a:cubicBezTo>
                    <a:pt x="712756" y="524542"/>
                    <a:pt x="620459" y="454247"/>
                    <a:pt x="530352" y="381191"/>
                  </a:cubicBezTo>
                  <a:cubicBezTo>
                    <a:pt x="378809" y="258318"/>
                    <a:pt x="149733" y="125063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7ECCA13-011E-4D0B-8827-B1DFEF094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787" y="27843"/>
              <a:ext cx="2207527" cy="1610525"/>
            </a:xfrm>
            <a:custGeom>
              <a:avLst/>
              <a:gdLst>
                <a:gd name="connsiteX0" fmla="*/ 1676495 w 1676495"/>
                <a:gd name="connsiteY0" fmla="*/ 1223105 h 1223105"/>
                <a:gd name="connsiteX1" fmla="*/ 1421702 w 1676495"/>
                <a:gd name="connsiteY1" fmla="*/ 1000792 h 1223105"/>
                <a:gd name="connsiteX2" fmla="*/ 1024604 w 1676495"/>
                <a:gd name="connsiteY2" fmla="*/ 744760 h 1223105"/>
                <a:gd name="connsiteX3" fmla="*/ 444722 w 1676495"/>
                <a:gd name="connsiteY3" fmla="*/ 345758 h 1223105"/>
                <a:gd name="connsiteX4" fmla="*/ 0 w 1676495"/>
                <a:gd name="connsiteY4" fmla="*/ 0 h 122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105">
                  <a:moveTo>
                    <a:pt x="1676495" y="1223105"/>
                  </a:moveTo>
                  <a:cubicBezTo>
                    <a:pt x="1603724" y="1136523"/>
                    <a:pt x="1514094" y="1066324"/>
                    <a:pt x="1421702" y="1000792"/>
                  </a:cubicBezTo>
                  <a:cubicBezTo>
                    <a:pt x="1293209" y="909733"/>
                    <a:pt x="1158526" y="827723"/>
                    <a:pt x="1024604" y="744760"/>
                  </a:cubicBezTo>
                  <a:cubicBezTo>
                    <a:pt x="824770" y="621030"/>
                    <a:pt x="623888" y="497777"/>
                    <a:pt x="444722" y="345758"/>
                  </a:cubicBezTo>
                  <a:cubicBezTo>
                    <a:pt x="330518" y="248888"/>
                    <a:pt x="135731" y="618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4CCC8FF-3393-4965-BD21-DCB37A245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8540" y="1638243"/>
              <a:ext cx="2318558" cy="594242"/>
            </a:xfrm>
            <a:custGeom>
              <a:avLst/>
              <a:gdLst>
                <a:gd name="connsiteX0" fmla="*/ 0 w 1760817"/>
                <a:gd name="connsiteY0" fmla="*/ 451295 h 451294"/>
                <a:gd name="connsiteX1" fmla="*/ 335661 w 1760817"/>
                <a:gd name="connsiteY1" fmla="*/ 319373 h 451294"/>
                <a:gd name="connsiteX2" fmla="*/ 629984 w 1760817"/>
                <a:gd name="connsiteY2" fmla="*/ 264319 h 451294"/>
                <a:gd name="connsiteX3" fmla="*/ 878777 w 1760817"/>
                <a:gd name="connsiteY3" fmla="*/ 278702 h 451294"/>
                <a:gd name="connsiteX4" fmla="*/ 1024700 w 1760817"/>
                <a:gd name="connsiteY4" fmla="*/ 302609 h 451294"/>
                <a:gd name="connsiteX5" fmla="*/ 1316641 w 1760817"/>
                <a:gd name="connsiteY5" fmla="*/ 360045 h 451294"/>
                <a:gd name="connsiteX6" fmla="*/ 1527143 w 1760817"/>
                <a:gd name="connsiteY6" fmla="*/ 386334 h 451294"/>
                <a:gd name="connsiteX7" fmla="*/ 1704023 w 1760817"/>
                <a:gd name="connsiteY7" fmla="*/ 0 h 45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817" h="451294">
                  <a:moveTo>
                    <a:pt x="0" y="451295"/>
                  </a:moveTo>
                  <a:cubicBezTo>
                    <a:pt x="77438" y="429292"/>
                    <a:pt x="257270" y="337852"/>
                    <a:pt x="335661" y="319373"/>
                  </a:cubicBezTo>
                  <a:cubicBezTo>
                    <a:pt x="433007" y="296418"/>
                    <a:pt x="530162" y="270510"/>
                    <a:pt x="629984" y="264319"/>
                  </a:cubicBezTo>
                  <a:cubicBezTo>
                    <a:pt x="713137" y="259080"/>
                    <a:pt x="796290" y="266891"/>
                    <a:pt x="878777" y="278702"/>
                  </a:cubicBezTo>
                  <a:cubicBezTo>
                    <a:pt x="927545" y="285655"/>
                    <a:pt x="976217" y="293751"/>
                    <a:pt x="1024700" y="302609"/>
                  </a:cubicBezTo>
                  <a:cubicBezTo>
                    <a:pt x="1122236" y="320516"/>
                    <a:pt x="1219581" y="339471"/>
                    <a:pt x="1316641" y="360045"/>
                  </a:cubicBezTo>
                  <a:cubicBezTo>
                    <a:pt x="1386269" y="374809"/>
                    <a:pt x="1456277" y="389763"/>
                    <a:pt x="1527143" y="386334"/>
                  </a:cubicBezTo>
                  <a:cubicBezTo>
                    <a:pt x="1592008" y="383191"/>
                    <a:pt x="1881569" y="391287"/>
                    <a:pt x="170402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6D6870E-B40A-4E80-A706-BA8CB5E21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6372" y="454013"/>
              <a:ext cx="256959" cy="983296"/>
            </a:xfrm>
            <a:custGeom>
              <a:avLst/>
              <a:gdLst>
                <a:gd name="connsiteX0" fmla="*/ 90011 w 267734"/>
                <a:gd name="connsiteY0" fmla="*/ 746760 h 746759"/>
                <a:gd name="connsiteX1" fmla="*/ 250603 w 267734"/>
                <a:gd name="connsiteY1" fmla="*/ 541782 h 746759"/>
                <a:gd name="connsiteX2" fmla="*/ 250603 w 267734"/>
                <a:gd name="connsiteY2" fmla="*/ 325660 h 746759"/>
                <a:gd name="connsiteX3" fmla="*/ 0 w 267734"/>
                <a:gd name="connsiteY3" fmla="*/ 0 h 7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734" h="746759">
                  <a:moveTo>
                    <a:pt x="90011" y="746760"/>
                  </a:moveTo>
                  <a:cubicBezTo>
                    <a:pt x="159353" y="691801"/>
                    <a:pt x="221456" y="624935"/>
                    <a:pt x="250603" y="541782"/>
                  </a:cubicBezTo>
                  <a:cubicBezTo>
                    <a:pt x="275082" y="471868"/>
                    <a:pt x="271748" y="396907"/>
                    <a:pt x="250603" y="325660"/>
                  </a:cubicBezTo>
                  <a:cubicBezTo>
                    <a:pt x="210598" y="190500"/>
                    <a:pt x="117634" y="77629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1B66FCF-F34F-4C17-A29E-EE8E13812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3887" y="12542"/>
              <a:ext cx="6404043" cy="1673812"/>
            </a:xfrm>
            <a:custGeom>
              <a:avLst/>
              <a:gdLst>
                <a:gd name="connsiteX0" fmla="*/ 0 w 4863517"/>
                <a:gd name="connsiteY0" fmla="*/ 0 h 1271168"/>
                <a:gd name="connsiteX1" fmla="*/ 176879 w 4863517"/>
                <a:gd name="connsiteY1" fmla="*/ 115157 h 1271168"/>
                <a:gd name="connsiteX2" fmla="*/ 400812 w 4863517"/>
                <a:gd name="connsiteY2" fmla="*/ 277178 h 1271168"/>
                <a:gd name="connsiteX3" fmla="*/ 652367 w 4863517"/>
                <a:gd name="connsiteY3" fmla="*/ 421958 h 1271168"/>
                <a:gd name="connsiteX4" fmla="*/ 1110615 w 4863517"/>
                <a:gd name="connsiteY4" fmla="*/ 690848 h 1271168"/>
                <a:gd name="connsiteX5" fmla="*/ 1410843 w 4863517"/>
                <a:gd name="connsiteY5" fmla="*/ 830580 h 1271168"/>
                <a:gd name="connsiteX6" fmla="*/ 1585341 w 4863517"/>
                <a:gd name="connsiteY6" fmla="*/ 917067 h 1271168"/>
                <a:gd name="connsiteX7" fmla="*/ 1896046 w 4863517"/>
                <a:gd name="connsiteY7" fmla="*/ 1114901 h 1271168"/>
                <a:gd name="connsiteX8" fmla="*/ 2042255 w 4863517"/>
                <a:gd name="connsiteY8" fmla="*/ 1204627 h 1271168"/>
                <a:gd name="connsiteX9" fmla="*/ 2276570 w 4863517"/>
                <a:gd name="connsiteY9" fmla="*/ 1271111 h 1271168"/>
                <a:gd name="connsiteX10" fmla="*/ 2568988 w 4863517"/>
                <a:gd name="connsiteY10" fmla="*/ 1128141 h 1271168"/>
                <a:gd name="connsiteX11" fmla="*/ 2726817 w 4863517"/>
                <a:gd name="connsiteY11" fmla="*/ 882110 h 1271168"/>
                <a:gd name="connsiteX12" fmla="*/ 2861881 w 4863517"/>
                <a:gd name="connsiteY12" fmla="*/ 574929 h 1271168"/>
                <a:gd name="connsiteX13" fmla="*/ 2990660 w 4863517"/>
                <a:gd name="connsiteY13" fmla="*/ 411480 h 1271168"/>
                <a:gd name="connsiteX14" fmla="*/ 3259264 w 4863517"/>
                <a:gd name="connsiteY14" fmla="*/ 292322 h 1271168"/>
                <a:gd name="connsiteX15" fmla="*/ 3482150 w 4863517"/>
                <a:gd name="connsiteY15" fmla="*/ 325565 h 1271168"/>
                <a:gd name="connsiteX16" fmla="*/ 3824192 w 4863517"/>
                <a:gd name="connsiteY16" fmla="*/ 383762 h 1271168"/>
                <a:gd name="connsiteX17" fmla="*/ 4206145 w 4863517"/>
                <a:gd name="connsiteY17" fmla="*/ 420434 h 1271168"/>
                <a:gd name="connsiteX18" fmla="*/ 4505230 w 4863517"/>
                <a:gd name="connsiteY18" fmla="*/ 420434 h 1271168"/>
                <a:gd name="connsiteX19" fmla="*/ 4820127 w 4863517"/>
                <a:gd name="connsiteY19" fmla="*/ 349091 h 1271168"/>
                <a:gd name="connsiteX20" fmla="*/ 4863370 w 4863517"/>
                <a:gd name="connsiteY20" fmla="*/ 242316 h 1271168"/>
                <a:gd name="connsiteX21" fmla="*/ 4760691 w 4863517"/>
                <a:gd name="connsiteY21" fmla="*/ 0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63517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6" y="509492"/>
                    <a:pt x="953167" y="609695"/>
                    <a:pt x="1110615" y="690848"/>
                  </a:cubicBezTo>
                  <a:cubicBezTo>
                    <a:pt x="1208723" y="741426"/>
                    <a:pt x="1310450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6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1" y="574929"/>
                  </a:cubicBezTo>
                  <a:cubicBezTo>
                    <a:pt x="2896076" y="513969"/>
                    <a:pt x="2938558" y="457962"/>
                    <a:pt x="2990660" y="411480"/>
                  </a:cubicBezTo>
                  <a:cubicBezTo>
                    <a:pt x="3065812" y="344329"/>
                    <a:pt x="3158966" y="297466"/>
                    <a:pt x="3259264" y="292322"/>
                  </a:cubicBezTo>
                  <a:cubicBezTo>
                    <a:pt x="3334607" y="288417"/>
                    <a:pt x="3408426" y="308324"/>
                    <a:pt x="3482150" y="325565"/>
                  </a:cubicBezTo>
                  <a:cubicBezTo>
                    <a:pt x="3594830" y="351854"/>
                    <a:pt x="3709416" y="368618"/>
                    <a:pt x="3824192" y="383762"/>
                  </a:cubicBezTo>
                  <a:cubicBezTo>
                    <a:pt x="3951065" y="400431"/>
                    <a:pt x="4078319" y="415290"/>
                    <a:pt x="4206145" y="420434"/>
                  </a:cubicBezTo>
                  <a:cubicBezTo>
                    <a:pt x="4305777" y="424434"/>
                    <a:pt x="4405503" y="419957"/>
                    <a:pt x="4505230" y="420434"/>
                  </a:cubicBezTo>
                  <a:cubicBezTo>
                    <a:pt x="4619435" y="421005"/>
                    <a:pt x="4745641" y="432149"/>
                    <a:pt x="4820127" y="349091"/>
                  </a:cubicBezTo>
                  <a:cubicBezTo>
                    <a:pt x="4846701" y="319469"/>
                    <a:pt x="4861655" y="282131"/>
                    <a:pt x="4863370" y="242316"/>
                  </a:cubicBezTo>
                  <a:cubicBezTo>
                    <a:pt x="4868037" y="134493"/>
                    <a:pt x="4760691" y="0"/>
                    <a:pt x="476069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D861033-CAAF-46D9-B275-DCF52F2CB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0816" y="12291"/>
              <a:ext cx="5654210" cy="1210473"/>
            </a:xfrm>
            <a:custGeom>
              <a:avLst/>
              <a:gdLst>
                <a:gd name="connsiteX0" fmla="*/ 0 w 4294060"/>
                <a:gd name="connsiteY0" fmla="*/ 190 h 919287"/>
                <a:gd name="connsiteX1" fmla="*/ 417862 w 4294060"/>
                <a:gd name="connsiteY1" fmla="*/ 274606 h 919287"/>
                <a:gd name="connsiteX2" fmla="*/ 980218 w 4294060"/>
                <a:gd name="connsiteY2" fmla="*/ 608171 h 919287"/>
                <a:gd name="connsiteX3" fmla="*/ 1473137 w 4294060"/>
                <a:gd name="connsiteY3" fmla="*/ 792480 h 919287"/>
                <a:gd name="connsiteX4" fmla="*/ 1827276 w 4294060"/>
                <a:gd name="connsiteY4" fmla="*/ 914591 h 919287"/>
                <a:gd name="connsiteX5" fmla="*/ 2119217 w 4294060"/>
                <a:gd name="connsiteY5" fmla="*/ 847535 h 919287"/>
                <a:gd name="connsiteX6" fmla="*/ 2269998 w 4294060"/>
                <a:gd name="connsiteY6" fmla="*/ 610553 h 919287"/>
                <a:gd name="connsiteX7" fmla="*/ 2413540 w 4294060"/>
                <a:gd name="connsiteY7" fmla="*/ 361569 h 919287"/>
                <a:gd name="connsiteX8" fmla="*/ 2683859 w 4294060"/>
                <a:gd name="connsiteY8" fmla="*/ 67151 h 919287"/>
                <a:gd name="connsiteX9" fmla="*/ 3030760 w 4294060"/>
                <a:gd name="connsiteY9" fmla="*/ 36005 h 919287"/>
                <a:gd name="connsiteX10" fmla="*/ 3356134 w 4294060"/>
                <a:gd name="connsiteY10" fmla="*/ 129350 h 919287"/>
                <a:gd name="connsiteX11" fmla="*/ 3674364 w 4294060"/>
                <a:gd name="connsiteY11" fmla="*/ 244221 h 919287"/>
                <a:gd name="connsiteX12" fmla="*/ 3968687 w 4294060"/>
                <a:gd name="connsiteY12" fmla="*/ 244221 h 919287"/>
                <a:gd name="connsiteX13" fmla="*/ 4157662 w 4294060"/>
                <a:gd name="connsiteY13" fmla="*/ 177165 h 919287"/>
                <a:gd name="connsiteX14" fmla="*/ 4271296 w 4294060"/>
                <a:gd name="connsiteY14" fmla="*/ 63437 h 919287"/>
                <a:gd name="connsiteX15" fmla="*/ 4294061 w 4294060"/>
                <a:gd name="connsiteY15" fmla="*/ 0 h 91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4060" h="919287">
                  <a:moveTo>
                    <a:pt x="0" y="190"/>
                  </a:moveTo>
                  <a:cubicBezTo>
                    <a:pt x="0" y="190"/>
                    <a:pt x="243745" y="162211"/>
                    <a:pt x="417862" y="274606"/>
                  </a:cubicBezTo>
                  <a:cubicBezTo>
                    <a:pt x="601408" y="393097"/>
                    <a:pt x="781145" y="518922"/>
                    <a:pt x="980218" y="608171"/>
                  </a:cubicBezTo>
                  <a:cubicBezTo>
                    <a:pt x="1140333" y="679990"/>
                    <a:pt x="1310545" y="726281"/>
                    <a:pt x="1473137" y="792480"/>
                  </a:cubicBezTo>
                  <a:cubicBezTo>
                    <a:pt x="1589532" y="839915"/>
                    <a:pt x="1702975" y="898112"/>
                    <a:pt x="1827276" y="914591"/>
                  </a:cubicBezTo>
                  <a:cubicBezTo>
                    <a:pt x="1930813" y="928307"/>
                    <a:pt x="2039207" y="913733"/>
                    <a:pt x="2119217" y="847535"/>
                  </a:cubicBezTo>
                  <a:cubicBezTo>
                    <a:pt x="2192084" y="787146"/>
                    <a:pt x="2228183" y="696278"/>
                    <a:pt x="2269998" y="610553"/>
                  </a:cubicBezTo>
                  <a:cubicBezTo>
                    <a:pt x="2312003" y="524351"/>
                    <a:pt x="2362867" y="442913"/>
                    <a:pt x="2413540" y="361569"/>
                  </a:cubicBezTo>
                  <a:cubicBezTo>
                    <a:pt x="2485835" y="245650"/>
                    <a:pt x="2562511" y="127064"/>
                    <a:pt x="2683859" y="67151"/>
                  </a:cubicBezTo>
                  <a:cubicBezTo>
                    <a:pt x="2790254" y="14573"/>
                    <a:pt x="2912935" y="16764"/>
                    <a:pt x="3030760" y="36005"/>
                  </a:cubicBezTo>
                  <a:cubicBezTo>
                    <a:pt x="3142393" y="54293"/>
                    <a:pt x="3251073" y="87344"/>
                    <a:pt x="3356134" y="129350"/>
                  </a:cubicBezTo>
                  <a:cubicBezTo>
                    <a:pt x="3461194" y="171355"/>
                    <a:pt x="3563588" y="221742"/>
                    <a:pt x="3674364" y="244221"/>
                  </a:cubicBezTo>
                  <a:cubicBezTo>
                    <a:pt x="3771233" y="263938"/>
                    <a:pt x="3871341" y="262319"/>
                    <a:pt x="3968687" y="244221"/>
                  </a:cubicBezTo>
                  <a:cubicBezTo>
                    <a:pt x="4034981" y="231839"/>
                    <a:pt x="4099941" y="211931"/>
                    <a:pt x="4157662" y="177165"/>
                  </a:cubicBezTo>
                  <a:cubicBezTo>
                    <a:pt x="4204526" y="148971"/>
                    <a:pt x="4246817" y="112300"/>
                    <a:pt x="4271296" y="63437"/>
                  </a:cubicBezTo>
                  <a:cubicBezTo>
                    <a:pt x="4286441" y="33242"/>
                    <a:pt x="4294061" y="0"/>
                    <a:pt x="429406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30B9015-F708-485A-9F3F-7E0623037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34783" y="12542"/>
              <a:ext cx="3018496" cy="823906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3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3" y="606171"/>
                  </a:cubicBezTo>
                  <a:cubicBezTo>
                    <a:pt x="1391603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2" y="109347"/>
                    <a:pt x="2292382" y="0"/>
                    <a:pt x="2292382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3441AA6-F9EC-411F-A4FB-9B7EE56C5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89011" y="12542"/>
              <a:ext cx="2456863" cy="555074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6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6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5" y="246412"/>
                    <a:pt x="283178" y="186881"/>
                  </a:cubicBezTo>
                  <a:cubicBezTo>
                    <a:pt x="176213" y="122777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6968039-0590-4D7E-ADDB-E70FAF504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27898" y="12542"/>
              <a:ext cx="1788496" cy="377822"/>
            </a:xfrm>
            <a:custGeom>
              <a:avLst/>
              <a:gdLst>
                <a:gd name="connsiteX0" fmla="*/ 0 w 1358264"/>
                <a:gd name="connsiteY0" fmla="*/ 11621 h 286935"/>
                <a:gd name="connsiteX1" fmla="*/ 200977 w 1358264"/>
                <a:gd name="connsiteY1" fmla="*/ 163830 h 286935"/>
                <a:gd name="connsiteX2" fmla="*/ 499586 w 1358264"/>
                <a:gd name="connsiteY2" fmla="*/ 258604 h 286935"/>
                <a:gd name="connsiteX3" fmla="*/ 780955 w 1358264"/>
                <a:gd name="connsiteY3" fmla="*/ 284417 h 286935"/>
                <a:gd name="connsiteX4" fmla="*/ 1027843 w 1358264"/>
                <a:gd name="connsiteY4" fmla="*/ 215456 h 286935"/>
                <a:gd name="connsiteX5" fmla="*/ 1358265 w 1358264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4" h="286935">
                  <a:moveTo>
                    <a:pt x="0" y="11621"/>
                  </a:moveTo>
                  <a:cubicBezTo>
                    <a:pt x="0" y="11621"/>
                    <a:pt x="89249" y="104299"/>
                    <a:pt x="200977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2" y="293180"/>
                    <a:pt x="780955" y="284417"/>
                  </a:cubicBezTo>
                  <a:cubicBezTo>
                    <a:pt x="866584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BFFD17E-72B9-443C-8D9A-C2140F3EE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73095" y="12542"/>
              <a:ext cx="1173183" cy="220293"/>
            </a:xfrm>
            <a:custGeom>
              <a:avLst/>
              <a:gdLst>
                <a:gd name="connsiteX0" fmla="*/ 890969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9" y="0"/>
                  </a:moveTo>
                  <a:cubicBezTo>
                    <a:pt x="890969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227F8EB-7284-4904-98C3-32BCBD33A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11911" y="706856"/>
              <a:ext cx="4728816" cy="4904604"/>
            </a:xfrm>
            <a:custGeom>
              <a:avLst/>
              <a:gdLst>
                <a:gd name="connsiteX0" fmla="*/ 904672 w 3591275"/>
                <a:gd name="connsiteY0" fmla="*/ 1758707 h 3724776"/>
                <a:gd name="connsiteX1" fmla="*/ 926199 w 3591275"/>
                <a:gd name="connsiteY1" fmla="*/ 1605545 h 3724776"/>
                <a:gd name="connsiteX2" fmla="*/ 912864 w 3591275"/>
                <a:gd name="connsiteY2" fmla="*/ 1413997 h 3724776"/>
                <a:gd name="connsiteX3" fmla="*/ 949440 w 3591275"/>
                <a:gd name="connsiteY3" fmla="*/ 1301412 h 3724776"/>
                <a:gd name="connsiteX4" fmla="*/ 1089839 w 3591275"/>
                <a:gd name="connsiteY4" fmla="*/ 1160918 h 3724776"/>
                <a:gd name="connsiteX5" fmla="*/ 1324439 w 3591275"/>
                <a:gd name="connsiteY5" fmla="*/ 973371 h 3724776"/>
                <a:gd name="connsiteX6" fmla="*/ 1609046 w 3591275"/>
                <a:gd name="connsiteY6" fmla="*/ 728102 h 3724776"/>
                <a:gd name="connsiteX7" fmla="*/ 1785926 w 3591275"/>
                <a:gd name="connsiteY7" fmla="*/ 472165 h 3724776"/>
                <a:gd name="connsiteX8" fmla="*/ 1985951 w 3591275"/>
                <a:gd name="connsiteY8" fmla="*/ 190320 h 3724776"/>
                <a:gd name="connsiteX9" fmla="*/ 2153305 w 3591275"/>
                <a:gd name="connsiteY9" fmla="*/ 67162 h 3724776"/>
                <a:gd name="connsiteX10" fmla="*/ 2466773 w 3591275"/>
                <a:gd name="connsiteY10" fmla="*/ 8488 h 3724776"/>
                <a:gd name="connsiteX11" fmla="*/ 2830247 w 3591275"/>
                <a:gd name="connsiteY11" fmla="*/ 8488 h 3724776"/>
                <a:gd name="connsiteX12" fmla="*/ 3140857 w 3591275"/>
                <a:gd name="connsiteY12" fmla="*/ 84498 h 3724776"/>
                <a:gd name="connsiteX13" fmla="*/ 3405271 w 3591275"/>
                <a:gd name="connsiteY13" fmla="*/ 216323 h 3724776"/>
                <a:gd name="connsiteX14" fmla="*/ 3515856 w 3591275"/>
                <a:gd name="connsiteY14" fmla="*/ 348150 h 3724776"/>
                <a:gd name="connsiteX15" fmla="*/ 3590818 w 3591275"/>
                <a:gd name="connsiteY15" fmla="*/ 627137 h 3724776"/>
                <a:gd name="connsiteX16" fmla="*/ 3555290 w 3591275"/>
                <a:gd name="connsiteY16" fmla="*/ 968608 h 3724776"/>
                <a:gd name="connsiteX17" fmla="*/ 3537002 w 3591275"/>
                <a:gd name="connsiteY17" fmla="*/ 1148535 h 3724776"/>
                <a:gd name="connsiteX18" fmla="*/ 3509094 w 3591275"/>
                <a:gd name="connsiteY18" fmla="*/ 1570017 h 3724776"/>
                <a:gd name="connsiteX19" fmla="*/ 3465278 w 3591275"/>
                <a:gd name="connsiteY19" fmla="*/ 1967114 h 3724776"/>
                <a:gd name="connsiteX20" fmla="*/ 3336024 w 3591275"/>
                <a:gd name="connsiteY20" fmla="*/ 2345733 h 3724776"/>
                <a:gd name="connsiteX21" fmla="*/ 3049893 w 3591275"/>
                <a:gd name="connsiteY21" fmla="*/ 2768262 h 3724776"/>
                <a:gd name="connsiteX22" fmla="*/ 2838724 w 3591275"/>
                <a:gd name="connsiteY22" fmla="*/ 2989908 h 3724776"/>
                <a:gd name="connsiteX23" fmla="*/ 2605647 w 3591275"/>
                <a:gd name="connsiteY23" fmla="*/ 3193077 h 3724776"/>
                <a:gd name="connsiteX24" fmla="*/ 2217980 w 3591275"/>
                <a:gd name="connsiteY24" fmla="*/ 3493209 h 3724776"/>
                <a:gd name="connsiteX25" fmla="*/ 1832598 w 3591275"/>
                <a:gd name="connsiteY25" fmla="*/ 3707903 h 3724776"/>
                <a:gd name="connsiteX26" fmla="*/ 1581043 w 3591275"/>
                <a:gd name="connsiteY26" fmla="*/ 3722952 h 3724776"/>
                <a:gd name="connsiteX27" fmla="*/ 1068693 w 3591275"/>
                <a:gd name="connsiteY27" fmla="*/ 3704474 h 3724776"/>
                <a:gd name="connsiteX28" fmla="*/ 852952 w 3591275"/>
                <a:gd name="connsiteY28" fmla="*/ 3704474 h 3724776"/>
                <a:gd name="connsiteX29" fmla="*/ 519482 w 3591275"/>
                <a:gd name="connsiteY29" fmla="*/ 3652562 h 3724776"/>
                <a:gd name="connsiteX30" fmla="*/ 400609 w 3591275"/>
                <a:gd name="connsiteY30" fmla="*/ 3595984 h 3724776"/>
                <a:gd name="connsiteX31" fmla="*/ 184868 w 3591275"/>
                <a:gd name="connsiteY31" fmla="*/ 3357002 h 3724776"/>
                <a:gd name="connsiteX32" fmla="*/ 59138 w 3591275"/>
                <a:gd name="connsiteY32" fmla="*/ 3101922 h 3724776"/>
                <a:gd name="connsiteX33" fmla="*/ 274 w 3591275"/>
                <a:gd name="connsiteY33" fmla="*/ 2778644 h 3724776"/>
                <a:gd name="connsiteX34" fmla="*/ 172200 w 3591275"/>
                <a:gd name="connsiteY34" fmla="*/ 2322682 h 3724776"/>
                <a:gd name="connsiteX35" fmla="*/ 446806 w 3591275"/>
                <a:gd name="connsiteY35" fmla="*/ 2095225 h 3724776"/>
                <a:gd name="connsiteX36" fmla="*/ 633686 w 3591275"/>
                <a:gd name="connsiteY36" fmla="*/ 2031693 h 3724776"/>
                <a:gd name="connsiteX37" fmla="*/ 840188 w 3591275"/>
                <a:gd name="connsiteY37" fmla="*/ 1910440 h 3724776"/>
                <a:gd name="connsiteX38" fmla="*/ 904672 w 3591275"/>
                <a:gd name="connsiteY38" fmla="*/ 1758707 h 372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1275" h="3724776">
                  <a:moveTo>
                    <a:pt x="904672" y="1758707"/>
                  </a:moveTo>
                  <a:cubicBezTo>
                    <a:pt x="916960" y="1708415"/>
                    <a:pt x="927056" y="1657266"/>
                    <a:pt x="926199" y="1605545"/>
                  </a:cubicBezTo>
                  <a:cubicBezTo>
                    <a:pt x="925151" y="1541251"/>
                    <a:pt x="907625" y="1478005"/>
                    <a:pt x="912864" y="1413997"/>
                  </a:cubicBezTo>
                  <a:cubicBezTo>
                    <a:pt x="916103" y="1374183"/>
                    <a:pt x="928866" y="1335702"/>
                    <a:pt x="949440" y="1301412"/>
                  </a:cubicBezTo>
                  <a:cubicBezTo>
                    <a:pt x="983730" y="1244262"/>
                    <a:pt x="1037641" y="1202733"/>
                    <a:pt x="1089839" y="1160918"/>
                  </a:cubicBezTo>
                  <a:cubicBezTo>
                    <a:pt x="1167944" y="1098339"/>
                    <a:pt x="1245382" y="1034712"/>
                    <a:pt x="1324439" y="973371"/>
                  </a:cubicBezTo>
                  <a:cubicBezTo>
                    <a:pt x="1423690" y="896313"/>
                    <a:pt x="1526179" y="822304"/>
                    <a:pt x="1609046" y="728102"/>
                  </a:cubicBezTo>
                  <a:cubicBezTo>
                    <a:pt x="1677626" y="650092"/>
                    <a:pt x="1732014" y="561033"/>
                    <a:pt x="1785926" y="472165"/>
                  </a:cubicBezTo>
                  <a:cubicBezTo>
                    <a:pt x="1845933" y="373296"/>
                    <a:pt x="1906226" y="273855"/>
                    <a:pt x="1985951" y="190320"/>
                  </a:cubicBezTo>
                  <a:cubicBezTo>
                    <a:pt x="2034242" y="139647"/>
                    <a:pt x="2089678" y="96213"/>
                    <a:pt x="2153305" y="67162"/>
                  </a:cubicBezTo>
                  <a:cubicBezTo>
                    <a:pt x="2250650" y="22680"/>
                    <a:pt x="2359616" y="15441"/>
                    <a:pt x="2466773" y="8488"/>
                  </a:cubicBezTo>
                  <a:cubicBezTo>
                    <a:pt x="2588026" y="582"/>
                    <a:pt x="2709660" y="-5800"/>
                    <a:pt x="2830247" y="8488"/>
                  </a:cubicBezTo>
                  <a:cubicBezTo>
                    <a:pt x="2936355" y="21061"/>
                    <a:pt x="3039606" y="49922"/>
                    <a:pt x="3140857" y="84498"/>
                  </a:cubicBezTo>
                  <a:cubicBezTo>
                    <a:pt x="3234868" y="116692"/>
                    <a:pt x="3328595" y="153459"/>
                    <a:pt x="3405271" y="216323"/>
                  </a:cubicBezTo>
                  <a:cubicBezTo>
                    <a:pt x="3450038" y="252995"/>
                    <a:pt x="3487281" y="297762"/>
                    <a:pt x="3515856" y="348150"/>
                  </a:cubicBezTo>
                  <a:cubicBezTo>
                    <a:pt x="3564052" y="433017"/>
                    <a:pt x="3587389" y="529505"/>
                    <a:pt x="3590818" y="627137"/>
                  </a:cubicBezTo>
                  <a:cubicBezTo>
                    <a:pt x="3594914" y="741722"/>
                    <a:pt x="3570625" y="854784"/>
                    <a:pt x="3555290" y="968608"/>
                  </a:cubicBezTo>
                  <a:cubicBezTo>
                    <a:pt x="3547194" y="1028330"/>
                    <a:pt x="3541860" y="1088433"/>
                    <a:pt x="3537002" y="1148535"/>
                  </a:cubicBezTo>
                  <a:cubicBezTo>
                    <a:pt x="3525762" y="1288839"/>
                    <a:pt x="3517856" y="1429427"/>
                    <a:pt x="3509094" y="1570017"/>
                  </a:cubicBezTo>
                  <a:cubicBezTo>
                    <a:pt x="3500712" y="1703176"/>
                    <a:pt x="3491472" y="1836431"/>
                    <a:pt x="3465278" y="1967114"/>
                  </a:cubicBezTo>
                  <a:cubicBezTo>
                    <a:pt x="3438894" y="2098464"/>
                    <a:pt x="3395365" y="2225622"/>
                    <a:pt x="3336024" y="2345733"/>
                  </a:cubicBezTo>
                  <a:cubicBezTo>
                    <a:pt x="3260491" y="2498799"/>
                    <a:pt x="3160860" y="2638436"/>
                    <a:pt x="3049893" y="2768262"/>
                  </a:cubicBezTo>
                  <a:cubicBezTo>
                    <a:pt x="2983504" y="2845891"/>
                    <a:pt x="2913114" y="2919900"/>
                    <a:pt x="2838724" y="2989908"/>
                  </a:cubicBezTo>
                  <a:cubicBezTo>
                    <a:pt x="2763667" y="3060584"/>
                    <a:pt x="2685466" y="3127830"/>
                    <a:pt x="2605647" y="3193077"/>
                  </a:cubicBezTo>
                  <a:cubicBezTo>
                    <a:pt x="2479155" y="3296613"/>
                    <a:pt x="2349044" y="3395578"/>
                    <a:pt x="2217980" y="3493209"/>
                  </a:cubicBezTo>
                  <a:cubicBezTo>
                    <a:pt x="2098441" y="3582173"/>
                    <a:pt x="1977092" y="3674375"/>
                    <a:pt x="1832598" y="3707903"/>
                  </a:cubicBezTo>
                  <a:cubicBezTo>
                    <a:pt x="1750397" y="3726953"/>
                    <a:pt x="1665530" y="3726286"/>
                    <a:pt x="1581043" y="3722952"/>
                  </a:cubicBezTo>
                  <a:cubicBezTo>
                    <a:pt x="1410260" y="3716190"/>
                    <a:pt x="1239667" y="3703712"/>
                    <a:pt x="1068693" y="3704474"/>
                  </a:cubicBezTo>
                  <a:cubicBezTo>
                    <a:pt x="996779" y="3704760"/>
                    <a:pt x="924865" y="3706665"/>
                    <a:pt x="852952" y="3704474"/>
                  </a:cubicBezTo>
                  <a:cubicBezTo>
                    <a:pt x="739890" y="3701045"/>
                    <a:pt x="626638" y="3688472"/>
                    <a:pt x="519482" y="3652562"/>
                  </a:cubicBezTo>
                  <a:cubicBezTo>
                    <a:pt x="477667" y="3638561"/>
                    <a:pt x="437567" y="3620082"/>
                    <a:pt x="400609" y="3595984"/>
                  </a:cubicBezTo>
                  <a:cubicBezTo>
                    <a:pt x="309836" y="3536929"/>
                    <a:pt x="242876" y="3448823"/>
                    <a:pt x="184868" y="3357002"/>
                  </a:cubicBezTo>
                  <a:cubicBezTo>
                    <a:pt x="134005" y="3276611"/>
                    <a:pt x="91618" y="3191267"/>
                    <a:pt x="59138" y="3101922"/>
                  </a:cubicBezTo>
                  <a:cubicBezTo>
                    <a:pt x="21324" y="2998004"/>
                    <a:pt x="-2870" y="2889039"/>
                    <a:pt x="274" y="2778644"/>
                  </a:cubicBezTo>
                  <a:cubicBezTo>
                    <a:pt x="4941" y="2612623"/>
                    <a:pt x="71045" y="2454889"/>
                    <a:pt x="172200" y="2322682"/>
                  </a:cubicBezTo>
                  <a:cubicBezTo>
                    <a:pt x="245638" y="2226670"/>
                    <a:pt x="336221" y="2143707"/>
                    <a:pt x="446806" y="2095225"/>
                  </a:cubicBezTo>
                  <a:cubicBezTo>
                    <a:pt x="507099" y="2068841"/>
                    <a:pt x="571012" y="2051982"/>
                    <a:pt x="633686" y="2031693"/>
                  </a:cubicBezTo>
                  <a:cubicBezTo>
                    <a:pt x="711696" y="2006547"/>
                    <a:pt x="789991" y="1974448"/>
                    <a:pt x="840188" y="1910440"/>
                  </a:cubicBezTo>
                  <a:cubicBezTo>
                    <a:pt x="874383" y="1866816"/>
                    <a:pt x="891433" y="1812904"/>
                    <a:pt x="904672" y="1758707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546E1AF-525C-4FD2-BAE6-9D672248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41750" y="923845"/>
              <a:ext cx="4196097" cy="4479998"/>
            </a:xfrm>
            <a:custGeom>
              <a:avLst/>
              <a:gdLst>
                <a:gd name="connsiteX0" fmla="*/ 78613 w 3186704"/>
                <a:gd name="connsiteY0" fmla="*/ 3007044 h 3402311"/>
                <a:gd name="connsiteX1" fmla="*/ 2032 w 3186704"/>
                <a:gd name="connsiteY1" fmla="*/ 2731772 h 3402311"/>
                <a:gd name="connsiteX2" fmla="*/ 21177 w 3186704"/>
                <a:gd name="connsiteY2" fmla="*/ 2545082 h 3402311"/>
                <a:gd name="connsiteX3" fmla="*/ 116903 w 3186704"/>
                <a:gd name="connsiteY3" fmla="*/ 2389443 h 3402311"/>
                <a:gd name="connsiteX4" fmla="*/ 241300 w 3186704"/>
                <a:gd name="connsiteY4" fmla="*/ 2308100 h 3402311"/>
                <a:gd name="connsiteX5" fmla="*/ 475805 w 3186704"/>
                <a:gd name="connsiteY5" fmla="*/ 2296099 h 3402311"/>
                <a:gd name="connsiteX6" fmla="*/ 664781 w 3186704"/>
                <a:gd name="connsiteY6" fmla="*/ 2336770 h 3402311"/>
                <a:gd name="connsiteX7" fmla="*/ 803560 w 3186704"/>
                <a:gd name="connsiteY7" fmla="*/ 2336770 h 3402311"/>
                <a:gd name="connsiteX8" fmla="*/ 942340 w 3186704"/>
                <a:gd name="connsiteY8" fmla="*/ 2224280 h 3402311"/>
                <a:gd name="connsiteX9" fmla="*/ 1018921 w 3186704"/>
                <a:gd name="connsiteY9" fmla="*/ 1958532 h 3402311"/>
                <a:gd name="connsiteX10" fmla="*/ 1061974 w 3186704"/>
                <a:gd name="connsiteY10" fmla="*/ 1606679 h 3402311"/>
                <a:gd name="connsiteX11" fmla="*/ 1114647 w 3186704"/>
                <a:gd name="connsiteY11" fmla="*/ 1369697 h 3402311"/>
                <a:gd name="connsiteX12" fmla="*/ 1243806 w 3186704"/>
                <a:gd name="connsiteY12" fmla="*/ 1080042 h 3402311"/>
                <a:gd name="connsiteX13" fmla="*/ 1468691 w 3186704"/>
                <a:gd name="connsiteY13" fmla="*/ 795149 h 3402311"/>
                <a:gd name="connsiteX14" fmla="*/ 1770157 w 3186704"/>
                <a:gd name="connsiteY14" fmla="*/ 452820 h 3402311"/>
                <a:gd name="connsiteX15" fmla="*/ 2082387 w 3186704"/>
                <a:gd name="connsiteY15" fmla="*/ 140400 h 3402311"/>
                <a:gd name="connsiteX16" fmla="*/ 2298890 w 3186704"/>
                <a:gd name="connsiteY16" fmla="*/ 31530 h 3402311"/>
                <a:gd name="connsiteX17" fmla="*/ 2533396 w 3186704"/>
                <a:gd name="connsiteY17" fmla="*/ 383 h 3402311"/>
                <a:gd name="connsiteX18" fmla="*/ 2796572 w 3186704"/>
                <a:gd name="connsiteY18" fmla="*/ 53056 h 3402311"/>
                <a:gd name="connsiteX19" fmla="*/ 3014313 w 3186704"/>
                <a:gd name="connsiteY19" fmla="*/ 177548 h 3402311"/>
                <a:gd name="connsiteX20" fmla="*/ 3131566 w 3186704"/>
                <a:gd name="connsiteY20" fmla="*/ 366619 h 3402311"/>
                <a:gd name="connsiteX21" fmla="*/ 3174619 w 3186704"/>
                <a:gd name="connsiteY21" fmla="*/ 610745 h 3402311"/>
                <a:gd name="connsiteX22" fmla="*/ 3168142 w 3186704"/>
                <a:gd name="connsiteY22" fmla="*/ 993460 h 3402311"/>
                <a:gd name="connsiteX23" fmla="*/ 3185763 w 3186704"/>
                <a:gd name="connsiteY23" fmla="*/ 1497141 h 3402311"/>
                <a:gd name="connsiteX24" fmla="*/ 3150806 w 3186704"/>
                <a:gd name="connsiteY24" fmla="*/ 1790892 h 3402311"/>
                <a:gd name="connsiteX25" fmla="*/ 3076130 w 3186704"/>
                <a:gd name="connsiteY25" fmla="*/ 2071404 h 3402311"/>
                <a:gd name="connsiteX26" fmla="*/ 2847435 w 3186704"/>
                <a:gd name="connsiteY26" fmla="*/ 2470216 h 3402311"/>
                <a:gd name="connsiteX27" fmla="*/ 2359374 w 3186704"/>
                <a:gd name="connsiteY27" fmla="*/ 2929701 h 3402311"/>
                <a:gd name="connsiteX28" fmla="*/ 2099723 w 3186704"/>
                <a:gd name="connsiteY28" fmla="*/ 3097056 h 3402311"/>
                <a:gd name="connsiteX29" fmla="*/ 1760537 w 3186704"/>
                <a:gd name="connsiteY29" fmla="*/ 3241359 h 3402311"/>
                <a:gd name="connsiteX30" fmla="*/ 1610518 w 3186704"/>
                <a:gd name="connsiteY30" fmla="*/ 3309463 h 3402311"/>
                <a:gd name="connsiteX31" fmla="*/ 1367059 w 3186704"/>
                <a:gd name="connsiteY31" fmla="*/ 3374138 h 3402311"/>
                <a:gd name="connsiteX32" fmla="*/ 1210183 w 3186704"/>
                <a:gd name="connsiteY32" fmla="*/ 3385663 h 3402311"/>
                <a:gd name="connsiteX33" fmla="*/ 905573 w 3186704"/>
                <a:gd name="connsiteY33" fmla="*/ 3401856 h 3402311"/>
                <a:gd name="connsiteX34" fmla="*/ 558292 w 3186704"/>
                <a:gd name="connsiteY34" fmla="*/ 3382234 h 3402311"/>
                <a:gd name="connsiteX35" fmla="*/ 467137 w 3186704"/>
                <a:gd name="connsiteY35" fmla="*/ 3363756 h 3402311"/>
                <a:gd name="connsiteX36" fmla="*/ 206343 w 3186704"/>
                <a:gd name="connsiteY36" fmla="*/ 3202117 h 3402311"/>
                <a:gd name="connsiteX37" fmla="*/ 78613 w 3186704"/>
                <a:gd name="connsiteY37" fmla="*/ 3007044 h 34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86704" h="3402311">
                  <a:moveTo>
                    <a:pt x="78613" y="3007044"/>
                  </a:moveTo>
                  <a:cubicBezTo>
                    <a:pt x="38512" y="2919891"/>
                    <a:pt x="9937" y="2827308"/>
                    <a:pt x="2032" y="2731772"/>
                  </a:cubicBezTo>
                  <a:cubicBezTo>
                    <a:pt x="-3207" y="2668717"/>
                    <a:pt x="1174" y="2604994"/>
                    <a:pt x="21177" y="2545082"/>
                  </a:cubicBezTo>
                  <a:cubicBezTo>
                    <a:pt x="40608" y="2486599"/>
                    <a:pt x="73469" y="2433259"/>
                    <a:pt x="116903" y="2389443"/>
                  </a:cubicBezTo>
                  <a:cubicBezTo>
                    <a:pt x="152241" y="2353725"/>
                    <a:pt x="194151" y="2325150"/>
                    <a:pt x="241300" y="2308100"/>
                  </a:cubicBezTo>
                  <a:cubicBezTo>
                    <a:pt x="315880" y="2281049"/>
                    <a:pt x="397224" y="2282668"/>
                    <a:pt x="475805" y="2296099"/>
                  </a:cubicBezTo>
                  <a:cubicBezTo>
                    <a:pt x="539337" y="2306957"/>
                    <a:pt x="601440" y="2324959"/>
                    <a:pt x="664781" y="2336770"/>
                  </a:cubicBezTo>
                  <a:cubicBezTo>
                    <a:pt x="710978" y="2345343"/>
                    <a:pt x="758412" y="2349343"/>
                    <a:pt x="803560" y="2336770"/>
                  </a:cubicBezTo>
                  <a:cubicBezTo>
                    <a:pt x="862711" y="2320292"/>
                    <a:pt x="909288" y="2276382"/>
                    <a:pt x="942340" y="2224280"/>
                  </a:cubicBezTo>
                  <a:cubicBezTo>
                    <a:pt x="992155" y="2145604"/>
                    <a:pt x="1006919" y="2051306"/>
                    <a:pt x="1018921" y="1958532"/>
                  </a:cubicBezTo>
                  <a:cubicBezTo>
                    <a:pt x="1034065" y="1841280"/>
                    <a:pt x="1043972" y="1723456"/>
                    <a:pt x="1061974" y="1606679"/>
                  </a:cubicBezTo>
                  <a:cubicBezTo>
                    <a:pt x="1074356" y="1526574"/>
                    <a:pt x="1091120" y="1447231"/>
                    <a:pt x="1114647" y="1369697"/>
                  </a:cubicBezTo>
                  <a:cubicBezTo>
                    <a:pt x="1145413" y="1268065"/>
                    <a:pt x="1187989" y="1170244"/>
                    <a:pt x="1243806" y="1080042"/>
                  </a:cubicBezTo>
                  <a:cubicBezTo>
                    <a:pt x="1307623" y="976981"/>
                    <a:pt x="1388396" y="886017"/>
                    <a:pt x="1468691" y="795149"/>
                  </a:cubicBezTo>
                  <a:cubicBezTo>
                    <a:pt x="1569466" y="681230"/>
                    <a:pt x="1670621" y="567787"/>
                    <a:pt x="1770157" y="452820"/>
                  </a:cubicBezTo>
                  <a:cubicBezTo>
                    <a:pt x="1867027" y="340997"/>
                    <a:pt x="1962277" y="226316"/>
                    <a:pt x="2082387" y="140400"/>
                  </a:cubicBezTo>
                  <a:cubicBezTo>
                    <a:pt x="2148586" y="93061"/>
                    <a:pt x="2221166" y="55437"/>
                    <a:pt x="2298890" y="31530"/>
                  </a:cubicBezTo>
                  <a:cubicBezTo>
                    <a:pt x="2374709" y="8193"/>
                    <a:pt x="2454053" y="-2189"/>
                    <a:pt x="2533396" y="383"/>
                  </a:cubicBezTo>
                  <a:cubicBezTo>
                    <a:pt x="2623312" y="3336"/>
                    <a:pt x="2711704" y="22957"/>
                    <a:pt x="2796572" y="53056"/>
                  </a:cubicBezTo>
                  <a:cubicBezTo>
                    <a:pt x="2876391" y="81345"/>
                    <a:pt x="2953544" y="118779"/>
                    <a:pt x="3014313" y="177548"/>
                  </a:cubicBezTo>
                  <a:cubicBezTo>
                    <a:pt x="3068320" y="229745"/>
                    <a:pt x="3106515" y="295753"/>
                    <a:pt x="3131566" y="366619"/>
                  </a:cubicBezTo>
                  <a:cubicBezTo>
                    <a:pt x="3159283" y="444915"/>
                    <a:pt x="3170904" y="527687"/>
                    <a:pt x="3174619" y="610745"/>
                  </a:cubicBezTo>
                  <a:cubicBezTo>
                    <a:pt x="3180334" y="738285"/>
                    <a:pt x="3167856" y="865729"/>
                    <a:pt x="3168142" y="993460"/>
                  </a:cubicBezTo>
                  <a:cubicBezTo>
                    <a:pt x="3168618" y="1161576"/>
                    <a:pt x="3191573" y="1329120"/>
                    <a:pt x="3185763" y="1497141"/>
                  </a:cubicBezTo>
                  <a:cubicBezTo>
                    <a:pt x="3182334" y="1595820"/>
                    <a:pt x="3168904" y="1693833"/>
                    <a:pt x="3150806" y="1790892"/>
                  </a:cubicBezTo>
                  <a:cubicBezTo>
                    <a:pt x="3132994" y="1886238"/>
                    <a:pt x="3109753" y="1980535"/>
                    <a:pt x="3076130" y="2071404"/>
                  </a:cubicBezTo>
                  <a:cubicBezTo>
                    <a:pt x="3022600" y="2215993"/>
                    <a:pt x="2942590" y="2348867"/>
                    <a:pt x="2847435" y="2470216"/>
                  </a:cubicBezTo>
                  <a:cubicBezTo>
                    <a:pt x="2708941" y="2646714"/>
                    <a:pt x="2538920" y="2795018"/>
                    <a:pt x="2359374" y="2929701"/>
                  </a:cubicBezTo>
                  <a:cubicBezTo>
                    <a:pt x="2276792" y="2991614"/>
                    <a:pt x="2191734" y="3050383"/>
                    <a:pt x="2099723" y="3097056"/>
                  </a:cubicBezTo>
                  <a:cubicBezTo>
                    <a:pt x="1990090" y="3152682"/>
                    <a:pt x="1872551" y="3190687"/>
                    <a:pt x="1760537" y="3241359"/>
                  </a:cubicBezTo>
                  <a:cubicBezTo>
                    <a:pt x="1710531" y="3264029"/>
                    <a:pt x="1661382" y="3288794"/>
                    <a:pt x="1610518" y="3309463"/>
                  </a:cubicBezTo>
                  <a:cubicBezTo>
                    <a:pt x="1532414" y="3341182"/>
                    <a:pt x="1450689" y="3363375"/>
                    <a:pt x="1367059" y="3374138"/>
                  </a:cubicBezTo>
                  <a:cubicBezTo>
                    <a:pt x="1315053" y="3380806"/>
                    <a:pt x="1262570" y="3382806"/>
                    <a:pt x="1210183" y="3385663"/>
                  </a:cubicBezTo>
                  <a:cubicBezTo>
                    <a:pt x="1108646" y="3391188"/>
                    <a:pt x="1007205" y="3399760"/>
                    <a:pt x="905573" y="3401856"/>
                  </a:cubicBezTo>
                  <a:cubicBezTo>
                    <a:pt x="789463" y="3404142"/>
                    <a:pt x="673354" y="3397855"/>
                    <a:pt x="558292" y="3382234"/>
                  </a:cubicBezTo>
                  <a:cubicBezTo>
                    <a:pt x="527526" y="3378043"/>
                    <a:pt x="497046" y="3372328"/>
                    <a:pt x="467137" y="3363756"/>
                  </a:cubicBezTo>
                  <a:cubicBezTo>
                    <a:pt x="367220" y="3335276"/>
                    <a:pt x="277876" y="3277555"/>
                    <a:pt x="206343" y="3202117"/>
                  </a:cubicBezTo>
                  <a:cubicBezTo>
                    <a:pt x="152527" y="3145348"/>
                    <a:pt x="111379" y="3078196"/>
                    <a:pt x="78613" y="3007044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04EA0D3-F1E3-4AF6-B30E-791175E31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60461" y="1175713"/>
              <a:ext cx="3568552" cy="3938179"/>
            </a:xfrm>
            <a:custGeom>
              <a:avLst/>
              <a:gdLst>
                <a:gd name="connsiteX0" fmla="*/ 2179 w 2710118"/>
                <a:gd name="connsiteY0" fmla="*/ 2712895 h 2990829"/>
                <a:gd name="connsiteX1" fmla="*/ 18085 w 2710118"/>
                <a:gd name="connsiteY1" fmla="*/ 2589260 h 2990829"/>
                <a:gd name="connsiteX2" fmla="*/ 161627 w 2710118"/>
                <a:gd name="connsiteY2" fmla="*/ 2489533 h 2990829"/>
                <a:gd name="connsiteX3" fmla="*/ 384893 w 2710118"/>
                <a:gd name="connsiteY3" fmla="*/ 2559352 h 2990829"/>
                <a:gd name="connsiteX4" fmla="*/ 648069 w 2710118"/>
                <a:gd name="connsiteY4" fmla="*/ 2579259 h 2990829"/>
                <a:gd name="connsiteX5" fmla="*/ 831520 w 2710118"/>
                <a:gd name="connsiteY5" fmla="*/ 2445623 h 2990829"/>
                <a:gd name="connsiteX6" fmla="*/ 909244 w 2710118"/>
                <a:gd name="connsiteY6" fmla="*/ 2210260 h 2990829"/>
                <a:gd name="connsiteX7" fmla="*/ 975062 w 2710118"/>
                <a:gd name="connsiteY7" fmla="*/ 1771444 h 2990829"/>
                <a:gd name="connsiteX8" fmla="*/ 989064 w 2710118"/>
                <a:gd name="connsiteY8" fmla="*/ 1486170 h 2990829"/>
                <a:gd name="connsiteX9" fmla="*/ 1058882 w 2710118"/>
                <a:gd name="connsiteY9" fmla="*/ 1115171 h 2990829"/>
                <a:gd name="connsiteX10" fmla="*/ 1238333 w 2710118"/>
                <a:gd name="connsiteY10" fmla="*/ 776081 h 2990829"/>
                <a:gd name="connsiteX11" fmla="*/ 1567327 w 2710118"/>
                <a:gd name="connsiteY11" fmla="*/ 399081 h 2990829"/>
                <a:gd name="connsiteX12" fmla="*/ 1944136 w 2710118"/>
                <a:gd name="connsiteY12" fmla="*/ 85899 h 2990829"/>
                <a:gd name="connsiteX13" fmla="*/ 2167402 w 2710118"/>
                <a:gd name="connsiteY13" fmla="*/ 2079 h 2990829"/>
                <a:gd name="connsiteX14" fmla="*/ 2412671 w 2710118"/>
                <a:gd name="connsiteY14" fmla="*/ 53991 h 2990829"/>
                <a:gd name="connsiteX15" fmla="*/ 2616030 w 2710118"/>
                <a:gd name="connsiteY15" fmla="*/ 291354 h 2990829"/>
                <a:gd name="connsiteX16" fmla="*/ 2637937 w 2710118"/>
                <a:gd name="connsiteY16" fmla="*/ 724265 h 2990829"/>
                <a:gd name="connsiteX17" fmla="*/ 2691753 w 2710118"/>
                <a:gd name="connsiteY17" fmla="*/ 1117266 h 2990829"/>
                <a:gd name="connsiteX18" fmla="*/ 2705755 w 2710118"/>
                <a:gd name="connsiteY18" fmla="*/ 1476359 h 2990829"/>
                <a:gd name="connsiteX19" fmla="*/ 2616030 w 2710118"/>
                <a:gd name="connsiteY19" fmla="*/ 1859359 h 2990829"/>
                <a:gd name="connsiteX20" fmla="*/ 2404670 w 2710118"/>
                <a:gd name="connsiteY20" fmla="*/ 2250361 h 2990829"/>
                <a:gd name="connsiteX21" fmla="*/ 2198263 w 2710118"/>
                <a:gd name="connsiteY21" fmla="*/ 2456862 h 2990829"/>
                <a:gd name="connsiteX22" fmla="*/ 1724680 w 2710118"/>
                <a:gd name="connsiteY22" fmla="*/ 2757091 h 2990829"/>
                <a:gd name="connsiteX23" fmla="*/ 1327868 w 2710118"/>
                <a:gd name="connsiteY23" fmla="*/ 2810907 h 2990829"/>
                <a:gd name="connsiteX24" fmla="*/ 931057 w 2710118"/>
                <a:gd name="connsiteY24" fmla="*/ 2912634 h 2990829"/>
                <a:gd name="connsiteX25" fmla="*/ 695789 w 2710118"/>
                <a:gd name="connsiteY25" fmla="*/ 2972451 h 2990829"/>
                <a:gd name="connsiteX26" fmla="*/ 348889 w 2710118"/>
                <a:gd name="connsiteY26" fmla="*/ 2984452 h 2990829"/>
                <a:gd name="connsiteX27" fmla="*/ 73711 w 2710118"/>
                <a:gd name="connsiteY27" fmla="*/ 2882725 h 2990829"/>
                <a:gd name="connsiteX28" fmla="*/ 2179 w 2710118"/>
                <a:gd name="connsiteY28" fmla="*/ 2712895 h 29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10118" h="2990829">
                  <a:moveTo>
                    <a:pt x="2179" y="2712895"/>
                  </a:moveTo>
                  <a:cubicBezTo>
                    <a:pt x="-2774" y="2670604"/>
                    <a:pt x="-12" y="2627551"/>
                    <a:pt x="18085" y="2589260"/>
                  </a:cubicBezTo>
                  <a:cubicBezTo>
                    <a:pt x="44755" y="2532967"/>
                    <a:pt x="99810" y="2495153"/>
                    <a:pt x="161627" y="2489533"/>
                  </a:cubicBezTo>
                  <a:cubicBezTo>
                    <a:pt x="240304" y="2482389"/>
                    <a:pt x="310312" y="2530491"/>
                    <a:pt x="384893" y="2559352"/>
                  </a:cubicBezTo>
                  <a:cubicBezTo>
                    <a:pt x="468904" y="2591832"/>
                    <a:pt x="561392" y="2603452"/>
                    <a:pt x="648069" y="2579259"/>
                  </a:cubicBezTo>
                  <a:cubicBezTo>
                    <a:pt x="723602" y="2558209"/>
                    <a:pt x="788563" y="2511346"/>
                    <a:pt x="831520" y="2445623"/>
                  </a:cubicBezTo>
                  <a:cubicBezTo>
                    <a:pt x="877050" y="2375805"/>
                    <a:pt x="893052" y="2292366"/>
                    <a:pt x="909244" y="2210260"/>
                  </a:cubicBezTo>
                  <a:cubicBezTo>
                    <a:pt x="938010" y="2064909"/>
                    <a:pt x="963156" y="1918986"/>
                    <a:pt x="975062" y="1771444"/>
                  </a:cubicBezTo>
                  <a:cubicBezTo>
                    <a:pt x="982682" y="1676575"/>
                    <a:pt x="981539" y="1581134"/>
                    <a:pt x="989064" y="1486170"/>
                  </a:cubicBezTo>
                  <a:cubicBezTo>
                    <a:pt x="998970" y="1360154"/>
                    <a:pt x="1017163" y="1234424"/>
                    <a:pt x="1058882" y="1115171"/>
                  </a:cubicBezTo>
                  <a:cubicBezTo>
                    <a:pt x="1101269" y="993822"/>
                    <a:pt x="1163848" y="880951"/>
                    <a:pt x="1238333" y="776081"/>
                  </a:cubicBezTo>
                  <a:cubicBezTo>
                    <a:pt x="1335107" y="639778"/>
                    <a:pt x="1448741" y="516906"/>
                    <a:pt x="1567327" y="399081"/>
                  </a:cubicBezTo>
                  <a:cubicBezTo>
                    <a:pt x="1683627" y="283543"/>
                    <a:pt x="1803452" y="169719"/>
                    <a:pt x="1944136" y="85899"/>
                  </a:cubicBezTo>
                  <a:cubicBezTo>
                    <a:pt x="2013383" y="44656"/>
                    <a:pt x="2087487" y="10366"/>
                    <a:pt x="2167402" y="2079"/>
                  </a:cubicBezTo>
                  <a:cubicBezTo>
                    <a:pt x="2252365" y="-6684"/>
                    <a:pt x="2337709" y="12557"/>
                    <a:pt x="2412671" y="53991"/>
                  </a:cubicBezTo>
                  <a:cubicBezTo>
                    <a:pt x="2507063" y="106092"/>
                    <a:pt x="2581263" y="189341"/>
                    <a:pt x="2616030" y="291354"/>
                  </a:cubicBezTo>
                  <a:cubicBezTo>
                    <a:pt x="2662892" y="429085"/>
                    <a:pt x="2633651" y="577770"/>
                    <a:pt x="2637937" y="724265"/>
                  </a:cubicBezTo>
                  <a:cubicBezTo>
                    <a:pt x="2641842" y="856472"/>
                    <a:pt x="2673941" y="986012"/>
                    <a:pt x="2691753" y="1117266"/>
                  </a:cubicBezTo>
                  <a:cubicBezTo>
                    <a:pt x="2707946" y="1236234"/>
                    <a:pt x="2715565" y="1356630"/>
                    <a:pt x="2705755" y="1476359"/>
                  </a:cubicBezTo>
                  <a:cubicBezTo>
                    <a:pt x="2694896" y="1607709"/>
                    <a:pt x="2662606" y="1736011"/>
                    <a:pt x="2616030" y="1859359"/>
                  </a:cubicBezTo>
                  <a:cubicBezTo>
                    <a:pt x="2563451" y="1998710"/>
                    <a:pt x="2496681" y="2133298"/>
                    <a:pt x="2404670" y="2250361"/>
                  </a:cubicBezTo>
                  <a:cubicBezTo>
                    <a:pt x="2344376" y="2327132"/>
                    <a:pt x="2272177" y="2392854"/>
                    <a:pt x="2198263" y="2456862"/>
                  </a:cubicBezTo>
                  <a:cubicBezTo>
                    <a:pt x="2054911" y="2580973"/>
                    <a:pt x="1905464" y="2703370"/>
                    <a:pt x="1724680" y="2757091"/>
                  </a:cubicBezTo>
                  <a:cubicBezTo>
                    <a:pt x="1596473" y="2795191"/>
                    <a:pt x="1460456" y="2791857"/>
                    <a:pt x="1327868" y="2810907"/>
                  </a:cubicBezTo>
                  <a:cubicBezTo>
                    <a:pt x="1192518" y="2830433"/>
                    <a:pt x="1062311" y="2873677"/>
                    <a:pt x="931057" y="2912634"/>
                  </a:cubicBezTo>
                  <a:cubicBezTo>
                    <a:pt x="853428" y="2935684"/>
                    <a:pt x="775513" y="2958259"/>
                    <a:pt x="695789" y="2972451"/>
                  </a:cubicBezTo>
                  <a:cubicBezTo>
                    <a:pt x="581203" y="2992929"/>
                    <a:pt x="464808" y="2995311"/>
                    <a:pt x="348889" y="2984452"/>
                  </a:cubicBezTo>
                  <a:cubicBezTo>
                    <a:pt x="247352" y="2974927"/>
                    <a:pt x="142006" y="2956544"/>
                    <a:pt x="73711" y="2882725"/>
                  </a:cubicBezTo>
                  <a:cubicBezTo>
                    <a:pt x="31420" y="2836434"/>
                    <a:pt x="9513" y="2775474"/>
                    <a:pt x="2179" y="271289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910BB0F-2FD9-4EA6-82D7-5226F29AB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536081" y="1589661"/>
              <a:ext cx="1743551" cy="2969484"/>
            </a:xfrm>
            <a:custGeom>
              <a:avLst/>
              <a:gdLst>
                <a:gd name="connsiteX0" fmla="*/ 14495 w 1324131"/>
                <a:gd name="connsiteY0" fmla="*/ 1664146 h 2255159"/>
                <a:gd name="connsiteX1" fmla="*/ 97839 w 1324131"/>
                <a:gd name="connsiteY1" fmla="*/ 1271049 h 2255159"/>
                <a:gd name="connsiteX2" fmla="*/ 97839 w 1324131"/>
                <a:gd name="connsiteY2" fmla="*/ 991109 h 2255159"/>
                <a:gd name="connsiteX3" fmla="*/ 195756 w 1324131"/>
                <a:gd name="connsiteY3" fmla="*/ 588964 h 2255159"/>
                <a:gd name="connsiteX4" fmla="*/ 373778 w 1324131"/>
                <a:gd name="connsiteY4" fmla="*/ 336170 h 2255159"/>
                <a:gd name="connsiteX5" fmla="*/ 706867 w 1324131"/>
                <a:gd name="connsiteY5" fmla="*/ 86234 h 2255159"/>
                <a:gd name="connsiteX6" fmla="*/ 953755 w 1324131"/>
                <a:gd name="connsiteY6" fmla="*/ 33 h 2255159"/>
                <a:gd name="connsiteX7" fmla="*/ 1105965 w 1324131"/>
                <a:gd name="connsiteY7" fmla="*/ 60326 h 2255159"/>
                <a:gd name="connsiteX8" fmla="*/ 1146160 w 1324131"/>
                <a:gd name="connsiteY8" fmla="*/ 221204 h 2255159"/>
                <a:gd name="connsiteX9" fmla="*/ 1177783 w 1324131"/>
                <a:gd name="connsiteY9" fmla="*/ 448089 h 2255159"/>
                <a:gd name="connsiteX10" fmla="*/ 1281129 w 1324131"/>
                <a:gd name="connsiteY10" fmla="*/ 789941 h 2255159"/>
                <a:gd name="connsiteX11" fmla="*/ 1306942 w 1324131"/>
                <a:gd name="connsiteY11" fmla="*/ 942151 h 2255159"/>
                <a:gd name="connsiteX12" fmla="*/ 1321325 w 1324131"/>
                <a:gd name="connsiteY12" fmla="*/ 1272478 h 2255159"/>
                <a:gd name="connsiteX13" fmla="*/ 1215121 w 1324131"/>
                <a:gd name="connsiteY13" fmla="*/ 1660240 h 2255159"/>
                <a:gd name="connsiteX14" fmla="*/ 1085962 w 1324131"/>
                <a:gd name="connsiteY14" fmla="*/ 1844073 h 2255159"/>
                <a:gd name="connsiteX15" fmla="*/ 849075 w 1324131"/>
                <a:gd name="connsiteY15" fmla="*/ 2081055 h 2255159"/>
                <a:gd name="connsiteX16" fmla="*/ 445691 w 1324131"/>
                <a:gd name="connsiteY16" fmla="*/ 2254887 h 2255159"/>
                <a:gd name="connsiteX17" fmla="*/ 126985 w 1324131"/>
                <a:gd name="connsiteY17" fmla="*/ 2134205 h 2255159"/>
                <a:gd name="connsiteX18" fmla="*/ 683 w 1324131"/>
                <a:gd name="connsiteY18" fmla="*/ 1829690 h 2255159"/>
                <a:gd name="connsiteX19" fmla="*/ 14495 w 1324131"/>
                <a:gd name="connsiteY19" fmla="*/ 1664146 h 225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4131" h="2255159">
                  <a:moveTo>
                    <a:pt x="14495" y="1664146"/>
                  </a:moveTo>
                  <a:cubicBezTo>
                    <a:pt x="40593" y="1532320"/>
                    <a:pt x="87552" y="1404780"/>
                    <a:pt x="97839" y="1271049"/>
                  </a:cubicBezTo>
                  <a:cubicBezTo>
                    <a:pt x="104982" y="1177895"/>
                    <a:pt x="94790" y="1084454"/>
                    <a:pt x="97839" y="991109"/>
                  </a:cubicBezTo>
                  <a:cubicBezTo>
                    <a:pt x="102411" y="851759"/>
                    <a:pt x="135177" y="714408"/>
                    <a:pt x="195756" y="588964"/>
                  </a:cubicBezTo>
                  <a:cubicBezTo>
                    <a:pt x="240809" y="495524"/>
                    <a:pt x="301674" y="410751"/>
                    <a:pt x="373778" y="336170"/>
                  </a:cubicBezTo>
                  <a:cubicBezTo>
                    <a:pt x="470742" y="235967"/>
                    <a:pt x="585614" y="155386"/>
                    <a:pt x="706867" y="86234"/>
                  </a:cubicBezTo>
                  <a:cubicBezTo>
                    <a:pt x="784020" y="42229"/>
                    <a:pt x="865363" y="1367"/>
                    <a:pt x="953755" y="33"/>
                  </a:cubicBezTo>
                  <a:cubicBezTo>
                    <a:pt x="1011667" y="-824"/>
                    <a:pt x="1070817" y="14892"/>
                    <a:pt x="1105965" y="60326"/>
                  </a:cubicBezTo>
                  <a:cubicBezTo>
                    <a:pt x="1140350" y="104903"/>
                    <a:pt x="1142445" y="164244"/>
                    <a:pt x="1146160" y="221204"/>
                  </a:cubicBezTo>
                  <a:cubicBezTo>
                    <a:pt x="1151113" y="297594"/>
                    <a:pt x="1160543" y="373604"/>
                    <a:pt x="1177783" y="448089"/>
                  </a:cubicBezTo>
                  <a:cubicBezTo>
                    <a:pt x="1204644" y="564199"/>
                    <a:pt x="1253888" y="673927"/>
                    <a:pt x="1281129" y="789941"/>
                  </a:cubicBezTo>
                  <a:cubicBezTo>
                    <a:pt x="1292940" y="840043"/>
                    <a:pt x="1300656" y="891097"/>
                    <a:pt x="1306942" y="942151"/>
                  </a:cubicBezTo>
                  <a:cubicBezTo>
                    <a:pt x="1320563" y="1051784"/>
                    <a:pt x="1328754" y="1162274"/>
                    <a:pt x="1321325" y="1272478"/>
                  </a:cubicBezTo>
                  <a:cubicBezTo>
                    <a:pt x="1312181" y="1407828"/>
                    <a:pt x="1279700" y="1541178"/>
                    <a:pt x="1215121" y="1660240"/>
                  </a:cubicBezTo>
                  <a:cubicBezTo>
                    <a:pt x="1179307" y="1726249"/>
                    <a:pt x="1134063" y="1786352"/>
                    <a:pt x="1085962" y="1844073"/>
                  </a:cubicBezTo>
                  <a:cubicBezTo>
                    <a:pt x="1014239" y="1930084"/>
                    <a:pt x="936610" y="2011237"/>
                    <a:pt x="849075" y="2081055"/>
                  </a:cubicBezTo>
                  <a:cubicBezTo>
                    <a:pt x="731441" y="2174972"/>
                    <a:pt x="595424" y="2249743"/>
                    <a:pt x="445691" y="2254887"/>
                  </a:cubicBezTo>
                  <a:cubicBezTo>
                    <a:pt x="326915" y="2258887"/>
                    <a:pt x="210138" y="2218882"/>
                    <a:pt x="126985" y="2134205"/>
                  </a:cubicBezTo>
                  <a:cubicBezTo>
                    <a:pt x="47642" y="2053432"/>
                    <a:pt x="5922" y="1943228"/>
                    <a:pt x="683" y="1829690"/>
                  </a:cubicBezTo>
                  <a:cubicBezTo>
                    <a:pt x="-2079" y="1774255"/>
                    <a:pt x="3732" y="1718819"/>
                    <a:pt x="14495" y="1664146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19C1A72-0647-44E4-9BB1-EA823EED5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56128" y="3099688"/>
              <a:ext cx="933037" cy="1078994"/>
            </a:xfrm>
            <a:custGeom>
              <a:avLst/>
              <a:gdLst>
                <a:gd name="connsiteX0" fmla="*/ 23248 w 708590"/>
                <a:gd name="connsiteY0" fmla="*/ 533652 h 819436"/>
                <a:gd name="connsiteX1" fmla="*/ 132310 w 708590"/>
                <a:gd name="connsiteY1" fmla="*/ 280859 h 819436"/>
                <a:gd name="connsiteX2" fmla="*/ 255754 w 708590"/>
                <a:gd name="connsiteY2" fmla="*/ 97026 h 819436"/>
                <a:gd name="connsiteX3" fmla="*/ 445206 w 708590"/>
                <a:gd name="connsiteY3" fmla="*/ 2253 h 819436"/>
                <a:gd name="connsiteX4" fmla="*/ 597415 w 708590"/>
                <a:gd name="connsiteY4" fmla="*/ 33875 h 819436"/>
                <a:gd name="connsiteX5" fmla="*/ 703619 w 708590"/>
                <a:gd name="connsiteY5" fmla="*/ 214851 h 819436"/>
                <a:gd name="connsiteX6" fmla="*/ 686379 w 708590"/>
                <a:gd name="connsiteY6" fmla="*/ 418781 h 819436"/>
                <a:gd name="connsiteX7" fmla="*/ 585890 w 708590"/>
                <a:gd name="connsiteY7" fmla="*/ 616996 h 819436"/>
                <a:gd name="connsiteX8" fmla="*/ 347574 w 708590"/>
                <a:gd name="connsiteY8" fmla="*/ 780731 h 819436"/>
                <a:gd name="connsiteX9" fmla="*/ 166695 w 708590"/>
                <a:gd name="connsiteY9" fmla="*/ 818069 h 819436"/>
                <a:gd name="connsiteX10" fmla="*/ 14485 w 708590"/>
                <a:gd name="connsiteY10" fmla="*/ 720438 h 819436"/>
                <a:gd name="connsiteX11" fmla="*/ 23248 w 708590"/>
                <a:gd name="connsiteY11" fmla="*/ 533652 h 8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590" h="819436">
                  <a:moveTo>
                    <a:pt x="23248" y="533652"/>
                  </a:moveTo>
                  <a:cubicBezTo>
                    <a:pt x="51728" y="446213"/>
                    <a:pt x="90685" y="362869"/>
                    <a:pt x="132310" y="280859"/>
                  </a:cubicBezTo>
                  <a:cubicBezTo>
                    <a:pt x="166028" y="214470"/>
                    <a:pt x="202223" y="148461"/>
                    <a:pt x="255754" y="97026"/>
                  </a:cubicBezTo>
                  <a:cubicBezTo>
                    <a:pt x="307855" y="46925"/>
                    <a:pt x="373578" y="11587"/>
                    <a:pt x="445206" y="2253"/>
                  </a:cubicBezTo>
                  <a:cubicBezTo>
                    <a:pt x="498546" y="-4701"/>
                    <a:pt x="552743" y="4062"/>
                    <a:pt x="597415" y="33875"/>
                  </a:cubicBezTo>
                  <a:cubicBezTo>
                    <a:pt x="657708" y="74071"/>
                    <a:pt x="691617" y="142937"/>
                    <a:pt x="703619" y="214851"/>
                  </a:cubicBezTo>
                  <a:cubicBezTo>
                    <a:pt x="715049" y="282954"/>
                    <a:pt x="705715" y="352296"/>
                    <a:pt x="686379" y="418781"/>
                  </a:cubicBezTo>
                  <a:cubicBezTo>
                    <a:pt x="665519" y="490790"/>
                    <a:pt x="634182" y="559846"/>
                    <a:pt x="585890" y="616996"/>
                  </a:cubicBezTo>
                  <a:cubicBezTo>
                    <a:pt x="523025" y="691386"/>
                    <a:pt x="437395" y="742155"/>
                    <a:pt x="347574" y="780731"/>
                  </a:cubicBezTo>
                  <a:cubicBezTo>
                    <a:pt x="289758" y="805591"/>
                    <a:pt x="228988" y="824831"/>
                    <a:pt x="166695" y="818069"/>
                  </a:cubicBezTo>
                  <a:cubicBezTo>
                    <a:pt x="102496" y="811115"/>
                    <a:pt x="41631" y="778445"/>
                    <a:pt x="14485" y="720438"/>
                  </a:cubicBezTo>
                  <a:cubicBezTo>
                    <a:pt x="-12661" y="662145"/>
                    <a:pt x="3055" y="595660"/>
                    <a:pt x="23248" y="533652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C60E4D0-A72D-4248-AFA0-D70960B66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21413" y="2153126"/>
              <a:ext cx="562062" cy="821426"/>
            </a:xfrm>
            <a:custGeom>
              <a:avLst/>
              <a:gdLst>
                <a:gd name="connsiteX0" fmla="*/ 149850 w 426855"/>
                <a:gd name="connsiteY0" fmla="*/ 546425 h 623828"/>
                <a:gd name="connsiteX1" fmla="*/ 209667 w 426855"/>
                <a:gd name="connsiteY1" fmla="*/ 590336 h 623828"/>
                <a:gd name="connsiteX2" fmla="*/ 285391 w 426855"/>
                <a:gd name="connsiteY2" fmla="*/ 622244 h 623828"/>
                <a:gd name="connsiteX3" fmla="*/ 393024 w 426855"/>
                <a:gd name="connsiteY3" fmla="*/ 584335 h 623828"/>
                <a:gd name="connsiteX4" fmla="*/ 420932 w 426855"/>
                <a:gd name="connsiteY4" fmla="*/ 446699 h 623828"/>
                <a:gd name="connsiteX5" fmla="*/ 420932 w 426855"/>
                <a:gd name="connsiteY5" fmla="*/ 227243 h 623828"/>
                <a:gd name="connsiteX6" fmla="*/ 341208 w 426855"/>
                <a:gd name="connsiteY6" fmla="*/ 59698 h 623828"/>
                <a:gd name="connsiteX7" fmla="*/ 273390 w 426855"/>
                <a:gd name="connsiteY7" fmla="*/ 11787 h 623828"/>
                <a:gd name="connsiteX8" fmla="*/ 4213 w 426855"/>
                <a:gd name="connsiteY8" fmla="*/ 229243 h 623828"/>
                <a:gd name="connsiteX9" fmla="*/ 58029 w 426855"/>
                <a:gd name="connsiteY9" fmla="*/ 458605 h 623828"/>
                <a:gd name="connsiteX10" fmla="*/ 149850 w 426855"/>
                <a:gd name="connsiteY10" fmla="*/ 546425 h 62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855" h="623828">
                  <a:moveTo>
                    <a:pt x="149850" y="546425"/>
                  </a:moveTo>
                  <a:cubicBezTo>
                    <a:pt x="169186" y="561856"/>
                    <a:pt x="188807" y="577001"/>
                    <a:pt x="209667" y="590336"/>
                  </a:cubicBezTo>
                  <a:cubicBezTo>
                    <a:pt x="233004" y="605290"/>
                    <a:pt x="258054" y="617958"/>
                    <a:pt x="285391" y="622244"/>
                  </a:cubicBezTo>
                  <a:cubicBezTo>
                    <a:pt x="325777" y="628531"/>
                    <a:pt x="367687" y="616148"/>
                    <a:pt x="393024" y="584335"/>
                  </a:cubicBezTo>
                  <a:cubicBezTo>
                    <a:pt x="422932" y="546902"/>
                    <a:pt x="419884" y="495467"/>
                    <a:pt x="420932" y="446699"/>
                  </a:cubicBezTo>
                  <a:cubicBezTo>
                    <a:pt x="422551" y="373166"/>
                    <a:pt x="433409" y="299537"/>
                    <a:pt x="420932" y="227243"/>
                  </a:cubicBezTo>
                  <a:cubicBezTo>
                    <a:pt x="410168" y="165140"/>
                    <a:pt x="384165" y="105704"/>
                    <a:pt x="341208" y="59698"/>
                  </a:cubicBezTo>
                  <a:cubicBezTo>
                    <a:pt x="322062" y="39219"/>
                    <a:pt x="299488" y="22265"/>
                    <a:pt x="273390" y="11787"/>
                  </a:cubicBezTo>
                  <a:cubicBezTo>
                    <a:pt x="145278" y="-39743"/>
                    <a:pt x="27549" y="85892"/>
                    <a:pt x="4213" y="229243"/>
                  </a:cubicBezTo>
                  <a:cubicBezTo>
                    <a:pt x="-8932" y="310205"/>
                    <a:pt x="8594" y="393359"/>
                    <a:pt x="58029" y="458605"/>
                  </a:cubicBezTo>
                  <a:cubicBezTo>
                    <a:pt x="83747" y="492514"/>
                    <a:pt x="116608" y="519946"/>
                    <a:pt x="149850" y="54642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5" name="Bottom Right">
            <a:extLst>
              <a:ext uri="{FF2B5EF4-FFF2-40B4-BE49-F238E27FC236}">
                <a16:creationId xmlns:a16="http://schemas.microsoft.com/office/drawing/2014/main" id="{D77BF9F5-CA63-42A6-AC93-C2BDF472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26" name="Graphic 157">
              <a:extLst>
                <a:ext uri="{FF2B5EF4-FFF2-40B4-BE49-F238E27FC236}">
                  <a16:creationId xmlns:a16="http://schemas.microsoft.com/office/drawing/2014/main" id="{C22D3699-92E0-4110-BE54-403EAAA48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825D3809-6A64-4183-9441-73C86E340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90860AFF-1118-48A2-80D7-49ACC1BBE4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4D71319B-713A-4047-B185-F7DDC442DD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7C66AF50-C9BC-4B16-9CE0-B0D49B8FF9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51516E0C-2F47-4B95-8D54-336B5CEDB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495B569-90F7-429A-9E93-88A1B1792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7DD4E57A-FF24-4B18-B1C4-E81FE8F070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B9587FA4-87B9-445D-ABE2-BAF734591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3207EF-4625-6D47-D8BF-0E9A96B62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841" y="726641"/>
            <a:ext cx="5998193" cy="3187427"/>
          </a:xfrm>
        </p:spPr>
        <p:txBody>
          <a:bodyPr>
            <a:noAutofit/>
          </a:bodyPr>
          <a:lstStyle/>
          <a:p>
            <a:pPr algn="r">
              <a:lnSpc>
                <a:spcPct val="90000"/>
              </a:lnSpc>
            </a:pPr>
            <a:r>
              <a:rPr lang="en-US" sz="5400" b="1" dirty="0"/>
              <a:t>Female Education and Economic Growth </a:t>
            </a:r>
            <a:endParaRPr lang="en-IN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CD7FE-1795-C260-9C6A-70F8E36CB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4025" y="4069781"/>
            <a:ext cx="5993576" cy="204330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An Open-Ended Capstone Project for Social good</a:t>
            </a:r>
            <a:endParaRPr lang="en-IN" dirty="0"/>
          </a:p>
        </p:txBody>
      </p:sp>
      <p:grpSp>
        <p:nvGrpSpPr>
          <p:cNvPr id="136" name="Cross">
            <a:extLst>
              <a:ext uri="{FF2B5EF4-FFF2-40B4-BE49-F238E27FC236}">
                <a16:creationId xmlns:a16="http://schemas.microsoft.com/office/drawing/2014/main" id="{94D09F36-C387-49FA-9BEA-D0427CE8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4892719-E852-41F7-8526-E42BBE1EB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8EA6DD1-E3D2-4B98-85DC-1F975A09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F982D-54CA-6F81-0E93-991CEC14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677230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1" name="Top left">
            <a:extLst>
              <a:ext uri="{FF2B5EF4-FFF2-40B4-BE49-F238E27FC236}">
                <a16:creationId xmlns:a16="http://schemas.microsoft.com/office/drawing/2014/main" id="{32D15CB3-AC64-41F7-86F8-22A111F3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B8FAC53-55F6-4B51-8FAD-977E5E7D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29D267-CD4D-4FD7-8F45-1C8FB4235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EFC9A2B-D1CA-4247-836D-EAB80EB5E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4F9AB28-B3F0-425B-8E51-E16DDB853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91B00CE-2CF5-4DF1-A345-4516E2E83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B332657-F1E9-428F-BA70-8DD848E55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66A6EF8-94C7-4127-9EF9-584AD6885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B1C2001-8549-4C7B-86AB-049B0C99EF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481AACD-EC39-461B-D311-EB47EB73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475" y="545323"/>
            <a:ext cx="9988166" cy="1027962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Objective of the study</a:t>
            </a:r>
            <a:br>
              <a:rPr lang="en-US" b="1" dirty="0"/>
            </a:br>
            <a:endParaRPr lang="en-IN" dirty="0"/>
          </a:p>
        </p:txBody>
      </p:sp>
      <p:grpSp>
        <p:nvGrpSpPr>
          <p:cNvPr id="80" name="Bottom Right">
            <a:extLst>
              <a:ext uri="{FF2B5EF4-FFF2-40B4-BE49-F238E27FC236}">
                <a16:creationId xmlns:a16="http://schemas.microsoft.com/office/drawing/2014/main" id="{921D9B61-CDA2-49D1-82AA-53469149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A202591B-301C-460E-801A-4C116AC08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57EC7EC-4934-4A65-B3AA-6AE3BD0739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01FEC27-F3E2-41E5-8C3B-FF66A13D84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BFE67A7-A995-43D6-8414-EBB2A758A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DB28E40-FF5E-459D-B516-A16554BBB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724247A-6615-4D27-80F0-3392762826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95168B2-CEF6-486B-AD0C-D063CDD988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27C133D-9749-4B34-9018-29F3FF86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0388060-18B7-4BD6-A3C5-F6B8E1467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2ECB-9CB4-D6E0-504D-94F6EFFA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  <p:graphicFrame>
        <p:nvGraphicFramePr>
          <p:cNvPr id="89" name="Content Placeholder 2">
            <a:extLst>
              <a:ext uri="{FF2B5EF4-FFF2-40B4-BE49-F238E27FC236}">
                <a16:creationId xmlns:a16="http://schemas.microsoft.com/office/drawing/2014/main" id="{C942E6E6-20A7-281F-6FDB-01C176BE6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246382"/>
              </p:ext>
            </p:extLst>
          </p:nvPr>
        </p:nvGraphicFramePr>
        <p:xfrm>
          <a:off x="2033883" y="1938318"/>
          <a:ext cx="9642824" cy="3491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61352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D6CB783F-4879-4A56-B28A-1E2C9A95D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03B7790-AC1F-4C9E-82A5-0D3ED9135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F41532-E3DD-4685-AF21-DC5A504FC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5153570-165D-4616-83D8-9A81A8594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8D218DB-9E8A-400D-A93E-5F3A437BD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FD9BE2F-E553-4E8C-A576-FF0883CD7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DB66DC4-9D1C-4972-9B69-92E0B38ED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58D61B9-00C6-41E7-8666-EE5685A6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701468-47AF-4411-BA59-AE2B83A64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9EA6500-892A-2CFB-B9EC-12EEC357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41024"/>
            <a:ext cx="3812079" cy="5396722"/>
          </a:xfrm>
        </p:spPr>
        <p:txBody>
          <a:bodyPr anchor="t">
            <a:normAutofit/>
          </a:bodyPr>
          <a:lstStyle/>
          <a:p>
            <a:r>
              <a:rPr lang="en-US" b="1" dirty="0"/>
              <a:t>Problem Statement and Data Source</a:t>
            </a:r>
            <a:endParaRPr lang="en-IN" b="1" dirty="0"/>
          </a:p>
        </p:txBody>
      </p:sp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9028FA34-8D15-405C-A297-54A197D40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AED69D7-BD1D-491F-835F-95796C4DF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9E8BC73D-4B2E-4536-8B48-265F656A8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DD0BD99-2EC5-440C-A81F-C604BF4118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BDB05EC-0C9A-43B3-A6AB-3D4A0C9700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0EC4D5A-F9ED-429B-8EFF-D45EA716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8E5202A-45FC-4ACF-A728-CEE4E4842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AE8ADB-4E56-4A59-94AA-54D5CD603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E4A7AC17-663B-456E-984D-5322ADFA3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2E6C460-0C43-446E-A206-1C62381E8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67203C1-C538-43DB-ADAF-111F27A2B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3" name="Content Placeholder 4">
            <a:extLst>
              <a:ext uri="{FF2B5EF4-FFF2-40B4-BE49-F238E27FC236}">
                <a16:creationId xmlns:a16="http://schemas.microsoft.com/office/drawing/2014/main" id="{DECC9031-9CE8-3554-D4EA-3DA40172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788" y="716366"/>
            <a:ext cx="5970490" cy="5396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Problem statement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Female education is often considered a key driver of long-term economic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This study explores whether higher female education levels are associated with better economic outcomes.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Data Source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 World Bank Open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Country –level education and economic indicators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D592D-B5D4-AE95-4C24-ACE2027F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47331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62679-3FF8-71ED-4CE6-4F7CA238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465E612B-616F-44E5-A649-F2B268BA3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C7E917-E00E-4F17-A6FD-C06E2A0E6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DC22FD5-AD33-49ED-BA45-6B1575AE9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CE6B6BE-6BA0-4FA9-9357-11CF01DD7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E614B3-1BDA-44CE-95AD-B376131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314DAA0-3957-4D55-A6E3-D3E50D538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AF505DE-53C7-4F00-9B3B-FEF811F6D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8F8A569-D303-4FE8-8507-C7FA3E905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34BA33D-B77C-4F97-90ED-55051362C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C990B8C-D220-4E0E-BFAB-043C0ED8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667196"/>
          </a:xfrm>
        </p:spPr>
        <p:txBody>
          <a:bodyPr>
            <a:normAutofit/>
          </a:bodyPr>
          <a:lstStyle/>
          <a:p>
            <a:pPr algn="ctr"/>
            <a:r>
              <a:rPr lang="en-US" b="1"/>
              <a:t>Research Questions</a:t>
            </a:r>
            <a:endParaRPr lang="en-IN" b="1" dirty="0"/>
          </a:p>
        </p:txBody>
      </p:sp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ADB812D4-854E-4DD6-A613-797C10E7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D97CFE60-FA19-428A-A02C-B541878C9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6"/>
              <a:chOff x="4114800" y="1423987"/>
              <a:chExt cx="3961542" cy="4007547"/>
            </a:xfrm>
            <a:no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562F5F8-0562-4FE0-B3AD-5E49C1B61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32D6A65-08E4-4AF8-AEE6-F180D12FBA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B7FDAC0-E6E6-4AB4-8235-A23232BCC9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DF11930-DCC4-4A0E-9F9D-68BE14348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D85B5BC-031D-4CF5-9B96-5A3063EA8B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B23B211-EDE9-44BA-A81A-C5DC3F886D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2C80F66-435F-46CD-BC2E-3EA62444F4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5A2D0DC-5F34-44DC-9930-8C7B42BFE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6DF48-2381-2881-4329-A169D19AD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B1DBC85-4B7C-E01F-5EF1-30F75A2A06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052007"/>
              </p:ext>
            </p:extLst>
          </p:nvPr>
        </p:nvGraphicFramePr>
        <p:xfrm>
          <a:off x="2041916" y="2516636"/>
          <a:ext cx="8624498" cy="2985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943897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6F410C21-CD43-45A5-A726-CF8B01FD8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0" y="-3087"/>
            <a:chExt cx="7921775" cy="688702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30EA9A-BC9B-4A24-8288-BD332A6A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C02E7B-E3A7-4649-B0DF-7111FC4D9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0919" y="61392"/>
              <a:ext cx="4450856" cy="6822541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466D70-407D-4A6C-887C-F213B7662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274" y="1582560"/>
              <a:ext cx="4133888" cy="5301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419DCF-E52E-4774-921F-1A9E589C0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6887A1-BF5F-455B-B3D0-A0FA7B7DD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76C740-196E-47D9-97DD-FA626C705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931" y="3518322"/>
              <a:ext cx="2880722" cy="3317378"/>
            </a:xfrm>
            <a:custGeom>
              <a:avLst/>
              <a:gdLst>
                <a:gd name="connsiteX0" fmla="*/ 1604296 w 1604295"/>
                <a:gd name="connsiteY0" fmla="*/ 1847472 h 1847472"/>
                <a:gd name="connsiteX1" fmla="*/ 1517809 w 1604295"/>
                <a:gd name="connsiteY1" fmla="*/ 1544292 h 1847472"/>
                <a:gd name="connsiteX2" fmla="*/ 1394841 w 1604295"/>
                <a:gd name="connsiteY2" fmla="*/ 1183771 h 1847472"/>
                <a:gd name="connsiteX3" fmla="*/ 1318355 w 1604295"/>
                <a:gd name="connsiteY3" fmla="*/ 695233 h 1847472"/>
                <a:gd name="connsiteX4" fmla="*/ 1359884 w 1604295"/>
                <a:gd name="connsiteY4" fmla="*/ 397863 h 1847472"/>
                <a:gd name="connsiteX5" fmla="*/ 1359884 w 1604295"/>
                <a:gd name="connsiteY5" fmla="*/ 236700 h 1847472"/>
                <a:gd name="connsiteX6" fmla="*/ 1351598 w 1604295"/>
                <a:gd name="connsiteY6" fmla="*/ 67250 h 1847472"/>
                <a:gd name="connsiteX7" fmla="*/ 1316641 w 1604295"/>
                <a:gd name="connsiteY7" fmla="*/ 10767 h 1847472"/>
                <a:gd name="connsiteX8" fmla="*/ 1195292 w 1604295"/>
                <a:gd name="connsiteY8" fmla="*/ 34008 h 1847472"/>
                <a:gd name="connsiteX9" fmla="*/ 1005745 w 1604295"/>
                <a:gd name="connsiteY9" fmla="*/ 254988 h 1847472"/>
                <a:gd name="connsiteX10" fmla="*/ 763048 w 1604295"/>
                <a:gd name="connsiteY10" fmla="*/ 587315 h 1847472"/>
                <a:gd name="connsiteX11" fmla="*/ 548640 w 1604295"/>
                <a:gd name="connsiteY11" fmla="*/ 861444 h 1847472"/>
                <a:gd name="connsiteX12" fmla="*/ 328803 w 1604295"/>
                <a:gd name="connsiteY12" fmla="*/ 1145480 h 1847472"/>
                <a:gd name="connsiteX13" fmla="*/ 0 w 1604295"/>
                <a:gd name="connsiteY13" fmla="*/ 1607157 h 18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295" h="1847472">
                  <a:moveTo>
                    <a:pt x="1604296" y="1847472"/>
                  </a:moveTo>
                  <a:cubicBezTo>
                    <a:pt x="1573721" y="1753270"/>
                    <a:pt x="1548479" y="1638399"/>
                    <a:pt x="1517809" y="1544292"/>
                  </a:cubicBezTo>
                  <a:cubicBezTo>
                    <a:pt x="1478471" y="1423515"/>
                    <a:pt x="1432846" y="1304929"/>
                    <a:pt x="1394841" y="1183771"/>
                  </a:cubicBezTo>
                  <a:cubicBezTo>
                    <a:pt x="1345025" y="1024893"/>
                    <a:pt x="1305497" y="860778"/>
                    <a:pt x="1318355" y="695233"/>
                  </a:cubicBezTo>
                  <a:cubicBezTo>
                    <a:pt x="1326071" y="595316"/>
                    <a:pt x="1353312" y="497780"/>
                    <a:pt x="1359884" y="397863"/>
                  </a:cubicBezTo>
                  <a:cubicBezTo>
                    <a:pt x="1363409" y="344237"/>
                    <a:pt x="1359503" y="290421"/>
                    <a:pt x="1359884" y="236700"/>
                  </a:cubicBezTo>
                  <a:cubicBezTo>
                    <a:pt x="1360265" y="179740"/>
                    <a:pt x="1366076" y="122114"/>
                    <a:pt x="1351598" y="67250"/>
                  </a:cubicBezTo>
                  <a:cubicBezTo>
                    <a:pt x="1345692" y="44866"/>
                    <a:pt x="1335691" y="23530"/>
                    <a:pt x="1316641" y="10767"/>
                  </a:cubicBezTo>
                  <a:cubicBezTo>
                    <a:pt x="1279874" y="-13998"/>
                    <a:pt x="1233202" y="8290"/>
                    <a:pt x="1195292" y="34008"/>
                  </a:cubicBezTo>
                  <a:cubicBezTo>
                    <a:pt x="1114330" y="89062"/>
                    <a:pt x="1060990" y="173644"/>
                    <a:pt x="1005745" y="254988"/>
                  </a:cubicBezTo>
                  <a:cubicBezTo>
                    <a:pt x="928688" y="368526"/>
                    <a:pt x="847058" y="478825"/>
                    <a:pt x="763048" y="587315"/>
                  </a:cubicBezTo>
                  <a:cubicBezTo>
                    <a:pt x="691991" y="679041"/>
                    <a:pt x="621697" y="771338"/>
                    <a:pt x="548640" y="861444"/>
                  </a:cubicBezTo>
                  <a:cubicBezTo>
                    <a:pt x="425672" y="1012987"/>
                    <a:pt x="453866" y="995747"/>
                    <a:pt x="328803" y="1145480"/>
                  </a:cubicBezTo>
                  <a:cubicBezTo>
                    <a:pt x="294418" y="1186628"/>
                    <a:pt x="21146" y="1558103"/>
                    <a:pt x="0" y="16071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A7BFC62-FABD-4718-9C08-C31EF1745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69" y="2957679"/>
              <a:ext cx="2196245" cy="3010367"/>
            </a:xfrm>
            <a:custGeom>
              <a:avLst/>
              <a:gdLst>
                <a:gd name="connsiteX0" fmla="*/ 1223105 w 1223105"/>
                <a:gd name="connsiteY0" fmla="*/ 0 h 1676495"/>
                <a:gd name="connsiteX1" fmla="*/ 1000792 w 1223105"/>
                <a:gd name="connsiteY1" fmla="*/ 254794 h 1676495"/>
                <a:gd name="connsiteX2" fmla="*/ 744760 w 1223105"/>
                <a:gd name="connsiteY2" fmla="*/ 651891 h 1676495"/>
                <a:gd name="connsiteX3" fmla="*/ 345758 w 1223105"/>
                <a:gd name="connsiteY3" fmla="*/ 1231773 h 1676495"/>
                <a:gd name="connsiteX4" fmla="*/ 0 w 1223105"/>
                <a:gd name="connsiteY4" fmla="*/ 1676495 h 167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5" h="1676495">
                  <a:moveTo>
                    <a:pt x="1223105" y="0"/>
                  </a:moveTo>
                  <a:cubicBezTo>
                    <a:pt x="1136523" y="72771"/>
                    <a:pt x="1066324" y="162401"/>
                    <a:pt x="1000792" y="254794"/>
                  </a:cubicBezTo>
                  <a:cubicBezTo>
                    <a:pt x="909733" y="383286"/>
                    <a:pt x="827723" y="517970"/>
                    <a:pt x="744760" y="651891"/>
                  </a:cubicBezTo>
                  <a:cubicBezTo>
                    <a:pt x="621030" y="851726"/>
                    <a:pt x="497777" y="1052608"/>
                    <a:pt x="345758" y="1231773"/>
                  </a:cubicBezTo>
                  <a:cubicBezTo>
                    <a:pt x="248888" y="1345978"/>
                    <a:pt x="61722" y="1540764"/>
                    <a:pt x="0" y="16764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8C2B3B-42DE-4307-A7F5-3C51DD2D9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34043" y="2855696"/>
              <a:ext cx="1200999" cy="3994030"/>
            </a:xfrm>
            <a:custGeom>
              <a:avLst/>
              <a:gdLst>
                <a:gd name="connsiteX0" fmla="*/ 668846 w 668845"/>
                <a:gd name="connsiteY0" fmla="*/ 2224305 h 2224304"/>
                <a:gd name="connsiteX1" fmla="*/ 486918 w 668845"/>
                <a:gd name="connsiteY1" fmla="*/ 1944365 h 2224304"/>
                <a:gd name="connsiteX2" fmla="*/ 376809 w 668845"/>
                <a:gd name="connsiteY2" fmla="*/ 1659663 h 2224304"/>
                <a:gd name="connsiteX3" fmla="*/ 319373 w 668845"/>
                <a:gd name="connsiteY3" fmla="*/ 1425157 h 2224304"/>
                <a:gd name="connsiteX4" fmla="*/ 264319 w 668845"/>
                <a:gd name="connsiteY4" fmla="*/ 1130834 h 2224304"/>
                <a:gd name="connsiteX5" fmla="*/ 278702 w 668845"/>
                <a:gd name="connsiteY5" fmla="*/ 882041 h 2224304"/>
                <a:gd name="connsiteX6" fmla="*/ 302609 w 668845"/>
                <a:gd name="connsiteY6" fmla="*/ 736118 h 2224304"/>
                <a:gd name="connsiteX7" fmla="*/ 360045 w 668845"/>
                <a:gd name="connsiteY7" fmla="*/ 444177 h 2224304"/>
                <a:gd name="connsiteX8" fmla="*/ 386334 w 668845"/>
                <a:gd name="connsiteY8" fmla="*/ 233675 h 2224304"/>
                <a:gd name="connsiteX9" fmla="*/ 0 w 668845"/>
                <a:gd name="connsiteY9" fmla="*/ 56795 h 222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8845" h="2224304">
                  <a:moveTo>
                    <a:pt x="668846" y="2224305"/>
                  </a:moveTo>
                  <a:cubicBezTo>
                    <a:pt x="599218" y="2137151"/>
                    <a:pt x="537210" y="2043996"/>
                    <a:pt x="486918" y="1944365"/>
                  </a:cubicBezTo>
                  <a:cubicBezTo>
                    <a:pt x="441008" y="1853306"/>
                    <a:pt x="404717" y="1757770"/>
                    <a:pt x="376809" y="1659663"/>
                  </a:cubicBezTo>
                  <a:cubicBezTo>
                    <a:pt x="354806" y="1582224"/>
                    <a:pt x="337757" y="1503548"/>
                    <a:pt x="319373" y="1425157"/>
                  </a:cubicBezTo>
                  <a:cubicBezTo>
                    <a:pt x="296418" y="1327811"/>
                    <a:pt x="270510" y="1230657"/>
                    <a:pt x="264319" y="1130834"/>
                  </a:cubicBezTo>
                  <a:cubicBezTo>
                    <a:pt x="259080" y="1047681"/>
                    <a:pt x="266891" y="964528"/>
                    <a:pt x="278702" y="882041"/>
                  </a:cubicBezTo>
                  <a:cubicBezTo>
                    <a:pt x="285655" y="833274"/>
                    <a:pt x="293751" y="784601"/>
                    <a:pt x="302609" y="736118"/>
                  </a:cubicBezTo>
                  <a:cubicBezTo>
                    <a:pt x="320516" y="638582"/>
                    <a:pt x="339471" y="541237"/>
                    <a:pt x="360045" y="444177"/>
                  </a:cubicBezTo>
                  <a:cubicBezTo>
                    <a:pt x="374809" y="374549"/>
                    <a:pt x="389763" y="304541"/>
                    <a:pt x="386334" y="233675"/>
                  </a:cubicBezTo>
                  <a:cubicBezTo>
                    <a:pt x="383191" y="168809"/>
                    <a:pt x="391287" y="-120751"/>
                    <a:pt x="0" y="567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0C6FE7A-5F50-46A9-B473-A40F60CF9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7437" y="5668418"/>
              <a:ext cx="1982111" cy="1181308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D2BF817-B70D-4687-9A70-09C0C6CF8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25817"/>
              <a:ext cx="2282549" cy="5138883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CAC004-4B7F-45C4-834A-116FD2D03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53524"/>
              <a:ext cx="1650357" cy="4733534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93C743-6F98-4322-B366-AD0353B10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379002"/>
              <a:ext cx="1123546" cy="411627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D3C2310-33DE-4B73-A297-67D5721A8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798206"/>
              <a:ext cx="756945" cy="3350210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78B8B6B-A236-4752-937C-83AF1C4EC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247513"/>
              <a:ext cx="515229" cy="2438941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6B9790-C202-4F5D-8BEC-13055778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752232"/>
              <a:ext cx="300409" cy="1599679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E0884AE-BEEF-4D8B-B59B-1EFC91429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31253" y="14016"/>
              <a:ext cx="5523537" cy="3012568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DC19431-34DB-4F62-A4D8-ED38ECCB9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7455" y="75587"/>
              <a:ext cx="4681672" cy="2637228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F5735E-2BC7-4236-B830-616EBBBC7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0305" y="31802"/>
              <a:ext cx="3763077" cy="2110194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Bottom Right">
            <a:extLst>
              <a:ext uri="{FF2B5EF4-FFF2-40B4-BE49-F238E27FC236}">
                <a16:creationId xmlns:a16="http://schemas.microsoft.com/office/drawing/2014/main" id="{83664CB5-2BA0-493E-BEC5-BACF868A1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4DC3445-FC3D-4F90-BC75-AD8EDD18A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5" name="Graphic 157">
              <a:extLst>
                <a:ext uri="{FF2B5EF4-FFF2-40B4-BE49-F238E27FC236}">
                  <a16:creationId xmlns:a16="http://schemas.microsoft.com/office/drawing/2014/main" id="{70D6C503-0ABE-48A7-BA0B-D5A26B558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DEB1DC4-C3A0-4645-B456-02A9FFA2C9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ECF4175-31D6-4A9B-87A4-4C29667497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08D2906-75CA-4435-A320-08EBBA06B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51B8B373-782A-4568-BDF3-093F398F1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07C3AD9-7FDD-480C-91FF-0D3A977DF2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8EF16B5-D539-41A0-9FDE-164CE88FE8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2FFF8CB-E294-4944-A954-FC2866B25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2CD3167-A8E1-4652-8AFE-0E5D9A90C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B3F1D7-6922-E0B1-ECCE-F402EE72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459" y="-433819"/>
            <a:ext cx="9988166" cy="2785797"/>
          </a:xfrm>
        </p:spPr>
        <p:txBody>
          <a:bodyPr anchor="b">
            <a:normAutofit/>
          </a:bodyPr>
          <a:lstStyle/>
          <a:p>
            <a:pPr algn="ctr"/>
            <a:r>
              <a:rPr lang="en-IN" sz="5400"/>
              <a:t>🛠️ </a:t>
            </a:r>
            <a:r>
              <a:rPr lang="en-IN" sz="5400" b="1"/>
              <a:t>Tools &amp; Technologies Used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40B75-6AE3-DFD0-478F-FA0C1EB1F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947" y="2623684"/>
            <a:ext cx="9712480" cy="341044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sz="1600" b="1" dirty="0"/>
              <a:t>Programming &amp; Analysis</a:t>
            </a:r>
          </a:p>
          <a:p>
            <a:pPr algn="ctr">
              <a:lnSpc>
                <a:spcPct val="100000"/>
              </a:lnSpc>
            </a:pPr>
            <a:r>
              <a:rPr lang="en-IN" sz="1600" b="1" dirty="0"/>
              <a:t>Python</a:t>
            </a:r>
            <a:r>
              <a:rPr lang="en-IN" sz="1600" dirty="0"/>
              <a:t> – used for data cleaning, exploratory data analysis, and model building</a:t>
            </a:r>
          </a:p>
          <a:p>
            <a:pPr algn="ctr">
              <a:lnSpc>
                <a:spcPct val="100000"/>
              </a:lnSpc>
            </a:pPr>
            <a:r>
              <a:rPr lang="en-IN" sz="1600" b="1" dirty="0"/>
              <a:t>Pandas &amp; NumPy</a:t>
            </a:r>
            <a:r>
              <a:rPr lang="en-IN" sz="1600" dirty="0"/>
              <a:t> – for data manipulation, reshaping, and numerical operations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1600" b="1" dirty="0"/>
              <a:t>Visualization</a:t>
            </a:r>
          </a:p>
          <a:p>
            <a:pPr algn="ctr">
              <a:lnSpc>
                <a:spcPct val="100000"/>
              </a:lnSpc>
            </a:pPr>
            <a:r>
              <a:rPr lang="en-IN" sz="1600" b="1" dirty="0"/>
              <a:t>Matplotlib &amp; Seaborn</a:t>
            </a:r>
            <a:r>
              <a:rPr lang="en-IN" sz="1600" dirty="0"/>
              <a:t> – for visualizing trends and relationships in the data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1600" b="1" dirty="0"/>
              <a:t>Machine Learning</a:t>
            </a:r>
          </a:p>
          <a:p>
            <a:pPr algn="ctr">
              <a:lnSpc>
                <a:spcPct val="100000"/>
              </a:lnSpc>
            </a:pPr>
            <a:r>
              <a:rPr lang="en-IN" sz="1600" b="1" dirty="0"/>
              <a:t>Scikit-learn</a:t>
            </a:r>
            <a:r>
              <a:rPr lang="en-IN" sz="1600" dirty="0"/>
              <a:t> – for building and evaluating regression models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1600" b="1" dirty="0"/>
              <a:t>Development Environment</a:t>
            </a:r>
          </a:p>
          <a:p>
            <a:pPr algn="ctr">
              <a:lnSpc>
                <a:spcPct val="100000"/>
              </a:lnSpc>
            </a:pPr>
            <a:r>
              <a:rPr lang="en-IN" sz="1600" b="1" dirty="0"/>
              <a:t>Google Colab</a:t>
            </a:r>
            <a:r>
              <a:rPr lang="en-IN" sz="1600" dirty="0"/>
              <a:t> – cloud-based environment used for coding, execution, and analysis</a:t>
            </a:r>
          </a:p>
          <a:p>
            <a:pPr algn="ctr">
              <a:lnSpc>
                <a:spcPct val="100000"/>
              </a:lnSpc>
            </a:pPr>
            <a:endParaRPr lang="en-IN" sz="1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96691-EC83-CC74-AB59-AD5E07CC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32678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4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214FF6-83A8-B0FE-F006-973315B1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>
            <a:normAutofit/>
          </a:bodyPr>
          <a:lstStyle/>
          <a:p>
            <a:r>
              <a:rPr lang="en-IN" b="1" dirty="0"/>
              <a:t>Methodology</a:t>
            </a:r>
            <a:endParaRPr lang="en-IN" b="1"/>
          </a:p>
        </p:txBody>
      </p:sp>
      <p:sp>
        <p:nvSpPr>
          <p:cNvPr id="72" name="Rectangle 1">
            <a:extLst>
              <a:ext uri="{FF2B5EF4-FFF2-40B4-BE49-F238E27FC236}">
                <a16:creationId xmlns:a16="http://schemas.microsoft.com/office/drawing/2014/main" id="{8B41BDF4-EE79-A027-6DA2-3DF314510D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5756" y="2955401"/>
            <a:ext cx="3988112" cy="31576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Data Collection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Data Cleaning &amp; Reshaping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Exploratory Data Analysis (EDA)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ts val="600"/>
              </a:spcAft>
              <a:buClrTx/>
              <a:buFont typeface="+mj-lt"/>
              <a:buAutoNum type="arabicPeriod"/>
            </a:pPr>
            <a:r>
              <a:rPr lang="en-US" altLang="en-US" sz="1800" dirty="0">
                <a:latin typeface="+mj-lt"/>
              </a:rPr>
              <a:t>Feature Engineering &amp; Data Preparation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Model Building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Model Evaluation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Interpretation &amp; Insights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+mj-lt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E390E4AC-8CD8-8014-1D2C-060FA2CBD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8067" y="567942"/>
            <a:ext cx="5716862" cy="5716862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grpSp>
        <p:nvGrpSpPr>
          <p:cNvPr id="26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74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A1442-CFFB-3ADA-731B-580E6671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91331828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1D52C-013D-26BE-8D3C-3806F42F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9" y="3299115"/>
            <a:ext cx="4795282" cy="20319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Data Cleaning And </a:t>
            </a:r>
            <a:br>
              <a:rPr lang="en-US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Reshaping</a:t>
            </a:r>
          </a:p>
        </p:txBody>
      </p:sp>
      <p:grpSp>
        <p:nvGrpSpPr>
          <p:cNvPr id="11" name="Bottom Right">
            <a:extLst>
              <a:ext uri="{FF2B5EF4-FFF2-40B4-BE49-F238E27FC236}">
                <a16:creationId xmlns:a16="http://schemas.microsoft.com/office/drawing/2014/main" id="{4CD73DBB-9AC8-4BE7-AA43-995A7495D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2DE672-70F7-4637-B2FF-2FA41F0B0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id="{DD2F0317-76EA-414D-B393-F8B40F19C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EDD0BAA-CF8C-4BEE-8C35-300AF2017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35A65F3-B3C8-4CC6-BA1A-035AEA210F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0B2B25A-CE08-484B-B756-77C69C3BF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6F5E584-459A-4F39-9F69-43177D7D66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A96BF44-ED00-4109-9F2F-65716299DE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8C01C93-49E2-4D91-BD01-E1E20675B7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961950D-1C40-4BA8-9CCE-D8E2C0AB9E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34D714-BCAF-4495-A9AD-F66AC5794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C956F5-93F5-3DAB-2ACA-6317BC3A7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-22044" y="10"/>
            <a:ext cx="12214044" cy="2660143"/>
          </a:xfrm>
          <a:prstGeom prst="rect">
            <a:avLst/>
          </a:prstGeom>
        </p:spPr>
      </p:pic>
      <p:grpSp>
        <p:nvGrpSpPr>
          <p:cNvPr id="13" name="Top Left">
            <a:extLst>
              <a:ext uri="{FF2B5EF4-FFF2-40B4-BE49-F238E27FC236}">
                <a16:creationId xmlns:a16="http://schemas.microsoft.com/office/drawing/2014/main" id="{AAFDD3F2-C28D-4186-A9F0-DA324412D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5302C02-0D50-4BBD-8410-674BE02F9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8C7FBB7-D7DF-46D6-80AF-EA374C31A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06BD1F9-BA15-455A-AC80-3E40C5B6A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AD4DC37-4D5F-4CFC-B64A-ACA7ED692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A0B918-ED2A-45A5-9247-67750B3D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775DAE7-4E0F-4B22-BDD1-4B3F35357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0A3A5C-7609-4229-8E65-17AD785E3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0139026-A7B7-800C-37B2-489CB073F049}"/>
              </a:ext>
            </a:extLst>
          </p:cNvPr>
          <p:cNvSpPr txBox="1"/>
          <p:nvPr/>
        </p:nvSpPr>
        <p:spPr>
          <a:xfrm>
            <a:off x="5164340" y="2752442"/>
            <a:ext cx="6289853" cy="3303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r>
              <a:rPr lang="en-US" sz="1500" dirty="0">
                <a:solidFill>
                  <a:schemeClr val="tx2"/>
                </a:solidFill>
              </a:rPr>
              <a:t>-</a:t>
            </a:r>
            <a:r>
              <a:rPr lang="en-US" sz="600" dirty="0">
                <a:solidFill>
                  <a:schemeClr val="tx2"/>
                </a:solidFill>
              </a:rPr>
              <a:t> </a:t>
            </a:r>
            <a:r>
              <a:rPr lang="en-US" sz="1400" b="1" dirty="0">
                <a:solidFill>
                  <a:schemeClr val="tx2"/>
                </a:solidFill>
              </a:rPr>
              <a:t>Removed irrelevant columns such as:</a:t>
            </a:r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1400" b="1" dirty="0">
                <a:solidFill>
                  <a:schemeClr val="tx2"/>
                </a:solidFill>
              </a:rPr>
              <a:t>         - Indicator Code</a:t>
            </a:r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1400" b="1" dirty="0">
                <a:solidFill>
                  <a:schemeClr val="tx2"/>
                </a:solidFill>
              </a:rPr>
              <a:t>         - Indicator Name</a:t>
            </a:r>
          </a:p>
          <a:p>
            <a:pPr>
              <a:spcAft>
                <a:spcPts val="600"/>
              </a:spcAft>
              <a:buClr>
                <a:schemeClr val="accent5"/>
              </a:buClr>
            </a:pPr>
            <a:r>
              <a:rPr lang="en-US" sz="1400" b="1" dirty="0">
                <a:solidFill>
                  <a:schemeClr val="tx2"/>
                </a:solidFill>
              </a:rPr>
              <a:t>         - Unnamed: 69</a:t>
            </a: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endParaRPr lang="en-US" sz="1400" b="1" dirty="0">
              <a:solidFill>
                <a:schemeClr val="tx2"/>
              </a:solidFill>
            </a:endParaRP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r>
              <a:rPr lang="en-US" sz="1400" b="1" dirty="0">
                <a:solidFill>
                  <a:schemeClr val="tx2"/>
                </a:solidFill>
              </a:rPr>
              <a:t>- Reshaped both datasets from wide to long format using melt operation</a:t>
            </a: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endParaRPr lang="en-US" sz="1400" b="1" dirty="0">
              <a:solidFill>
                <a:schemeClr val="tx2"/>
              </a:solidFill>
            </a:endParaRP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r>
              <a:rPr lang="en-US" sz="1400" b="1" dirty="0">
                <a:solidFill>
                  <a:schemeClr val="tx2"/>
                </a:solidFill>
              </a:rPr>
              <a:t>- Converted data types for proper numerical analysis</a:t>
            </a: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endParaRPr lang="en-US" sz="1400" b="1" dirty="0">
              <a:solidFill>
                <a:schemeClr val="tx2"/>
              </a:solidFill>
            </a:endParaRP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r>
              <a:rPr lang="en-US" sz="1400" b="1" dirty="0">
                <a:solidFill>
                  <a:schemeClr val="tx2"/>
                </a:solidFill>
              </a:rPr>
              <a:t>- Merged education and GDP datasets on common keys (Country &amp; Year)</a:t>
            </a: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endParaRPr lang="en-US" sz="1400" b="1" dirty="0">
              <a:solidFill>
                <a:schemeClr val="tx2"/>
              </a:solidFill>
            </a:endParaRPr>
          </a:p>
          <a:p>
            <a:pPr indent="-228600">
              <a:spcAft>
                <a:spcPts val="600"/>
              </a:spcAft>
              <a:buClr>
                <a:schemeClr val="accent5"/>
              </a:buClr>
              <a:buFont typeface="Avenir Next LT Pro" panose="020B0504020202020204" pitchFamily="34" charset="0"/>
              <a:buChar char="+"/>
            </a:pPr>
            <a:r>
              <a:rPr lang="en-US" sz="1400" b="1" dirty="0">
                <a:solidFill>
                  <a:schemeClr val="tx2"/>
                </a:solidFill>
              </a:rPr>
              <a:t>- Handled missing values to ensure data consistency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EF4BAC-B548-2E2E-23B2-688E10C2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rPr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98166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51" name="Top left">
            <a:extLst>
              <a:ext uri="{FF2B5EF4-FFF2-40B4-BE49-F238E27FC236}">
                <a16:creationId xmlns:a16="http://schemas.microsoft.com/office/drawing/2014/main" id="{459862C0-828C-4688-9C70-32B10630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D913CF1-1352-4A05-9FFE-BAC2B9EF9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94EFAD0-1F3C-4A6A-AA1D-211ED5654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D71D53D-E478-4044-985B-57A5A530E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9D7948-C0E9-43BA-9CB4-975A6D943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E1523D-C3CB-46C6-B1CD-14A95DF0A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548BC-A312-4789-93A8-CBCFC2FC5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D0292AB-E3CA-4B26-BF97-0065659D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96E2A19-992B-423A-BC43-9132FB364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F539F6-1E1B-BB7F-DF27-BAA544314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r>
              <a:rPr lang="en-IN" b="1" dirty="0"/>
              <a:t>Exploratory Data </a:t>
            </a:r>
            <a:br>
              <a:rPr lang="en-IN" b="1" dirty="0"/>
            </a:br>
            <a:r>
              <a:rPr lang="en-IN" b="1" dirty="0"/>
              <a:t>Analysis (EDA)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1053F4E-9FA5-4F7B-9769-047E79535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AC66-A023-056F-C073-409D8005B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5" y="2384474"/>
            <a:ext cx="5604997" cy="37286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>
                <a:latin typeface="+mj-lt"/>
              </a:rPr>
              <a:t>• Female education levels mostly fall in the mid to high range across countries, showing overall improvement over time.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>
                <a:latin typeface="+mj-lt"/>
              </a:rPr>
              <a:t>• Countries with lower female education generally have lower GDP per capita.</a:t>
            </a:r>
          </a:p>
          <a:p>
            <a:pPr>
              <a:lnSpc>
                <a:spcPct val="100000"/>
              </a:lnSpc>
            </a:pPr>
            <a:endParaRPr lang="en-US" sz="170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700">
                <a:latin typeface="+mj-lt"/>
              </a:rPr>
              <a:t>• Higher GDP per capita is mostly observed where female education levels are higher.</a:t>
            </a:r>
          </a:p>
          <a:p>
            <a:pPr>
              <a:lnSpc>
                <a:spcPct val="100000"/>
              </a:lnSpc>
            </a:pPr>
            <a:endParaRPr lang="en-US" sz="170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700">
                <a:latin typeface="+mj-lt"/>
              </a:rPr>
              <a:t>• A moderate positive correlation (0.43) exists between female education and GDP per capita.</a:t>
            </a:r>
          </a:p>
          <a:p>
            <a:pPr>
              <a:lnSpc>
                <a:spcPct val="100000"/>
              </a:lnSpc>
            </a:pPr>
            <a:endParaRPr lang="en-IN" sz="17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A09139-135C-F21C-BBAF-E65656E24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426" y="558098"/>
            <a:ext cx="4261867" cy="27808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EE48EE-9716-DEE6-1EB2-3B1BEF791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627" y="3503934"/>
            <a:ext cx="4817466" cy="2661650"/>
          </a:xfrm>
          <a:prstGeom prst="rect">
            <a:avLst/>
          </a:prstGeom>
        </p:spPr>
      </p:pic>
      <p:grpSp>
        <p:nvGrpSpPr>
          <p:cNvPr id="63" name="Bottom Right">
            <a:extLst>
              <a:ext uri="{FF2B5EF4-FFF2-40B4-BE49-F238E27FC236}">
                <a16:creationId xmlns:a16="http://schemas.microsoft.com/office/drawing/2014/main" id="{AD4BD16E-C737-4940-9554-4F38D19BD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64" name="Graphic 157">
              <a:extLst>
                <a:ext uri="{FF2B5EF4-FFF2-40B4-BE49-F238E27FC236}">
                  <a16:creationId xmlns:a16="http://schemas.microsoft.com/office/drawing/2014/main" id="{ABCD3874-8B15-426E-9474-9E62D55761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143CC60-7FC7-4C7A-83AE-C0407345CF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A80F6FC-4D96-4FC3-84CF-DCDF434CE5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BD39541-DE32-4CD1-8233-10583989CD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3223A41-CAE9-48C9-B0F1-4D7336609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16E84E6-CDBF-4571-8BA3-F98186869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1EE14EE-AE62-4058-8E52-70EF8007B8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22A00BC-B1AC-4DB5-8CFE-61ABDEB272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692FB9F-D2E4-4C66-BCD8-3EB98044B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609B49-B553-C505-5A40-A250B9D2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22846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DD6B3F-4C95-E1B2-7FBF-D6713AEB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789" y="781840"/>
            <a:ext cx="6960951" cy="147119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Feature Engineering &amp;  Data Preparation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C33CE-3F78-30DA-EFEB-815CAA074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877" y="2575578"/>
            <a:ext cx="4810872" cy="37286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 </a:t>
            </a:r>
            <a:r>
              <a:rPr lang="en-US" sz="1800" dirty="0">
                <a:latin typeface="+mj-lt"/>
              </a:rPr>
              <a:t>Defined target variable and feature set (X and Y)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+mj-lt"/>
              </a:rPr>
              <a:t> Split data into training and testing sets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+mj-lt"/>
              </a:rPr>
              <a:t> Applied feature scaling using StandardScaler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+mj-lt"/>
              </a:rPr>
              <a:t> Prepared dataset for machine learning models</a:t>
            </a:r>
          </a:p>
          <a:p>
            <a:pPr>
              <a:lnSpc>
                <a:spcPct val="100000"/>
              </a:lnSpc>
            </a:pPr>
            <a:endParaRPr lang="en-IN" sz="1800" dirty="0"/>
          </a:p>
        </p:txBody>
      </p:sp>
      <p:pic>
        <p:nvPicPr>
          <p:cNvPr id="8" name="Graphic 7" descr="Test Plan">
            <a:extLst>
              <a:ext uri="{FF2B5EF4-FFF2-40B4-BE49-F238E27FC236}">
                <a16:creationId xmlns:a16="http://schemas.microsoft.com/office/drawing/2014/main" id="{757600EC-D438-0B44-514D-777DF4F55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6562" y="2304938"/>
            <a:ext cx="3808150" cy="3808150"/>
          </a:xfrm>
          <a:prstGeom prst="rect">
            <a:avLst/>
          </a:prstGeom>
        </p:spPr>
      </p:pic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7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9D9EF-9496-EF50-2449-0EDAD7E8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699786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2FF-C849-9788-F158-AAE73D42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Building</a:t>
            </a:r>
            <a:endParaRPr lang="en-IN" b="1" dirty="0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11BFF98C-57D8-EE24-7AD5-DAFABF55D6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381669"/>
              </p:ext>
            </p:extLst>
          </p:nvPr>
        </p:nvGraphicFramePr>
        <p:xfrm>
          <a:off x="1055316" y="1777755"/>
          <a:ext cx="4640946" cy="4398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C9ACF-C558-2196-B618-4A0D06AE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734F3-7976-DCE5-3243-6D736ECEA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999" y="5141307"/>
            <a:ext cx="4114801" cy="876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5EC90-F3BB-4FBA-0DED-E8839F1051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5024" y="3715201"/>
            <a:ext cx="3229426" cy="924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EB87F0-D553-AC9F-8653-857A24F7EB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5024" y="2141436"/>
            <a:ext cx="3096057" cy="828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F68A8A-9E4A-E051-4913-9AF06E89EE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5024" y="659186"/>
            <a:ext cx="4048690" cy="8192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EA35E0-E68E-AB3C-DA1A-91D01A4570CE}"/>
              </a:ext>
            </a:extLst>
          </p:cNvPr>
          <p:cNvSpPr txBox="1"/>
          <p:nvPr/>
        </p:nvSpPr>
        <p:spPr>
          <a:xfrm>
            <a:off x="7238999" y="199653"/>
            <a:ext cx="2059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2"/>
                </a:solidFill>
                <a:effectLst/>
                <a:latin typeface="Google Sans Text"/>
              </a:rPr>
              <a:t>Linear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F68CC-747D-60B1-4E7F-5AD8BC20DABF}"/>
              </a:ext>
            </a:extLst>
          </p:cNvPr>
          <p:cNvSpPr txBox="1"/>
          <p:nvPr/>
        </p:nvSpPr>
        <p:spPr>
          <a:xfrm>
            <a:off x="7385024" y="1628774"/>
            <a:ext cx="2108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2"/>
                </a:solidFill>
                <a:effectLst/>
                <a:latin typeface="Google Sans Text"/>
              </a:rPr>
              <a:t>Ridge Regression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A56F54-5FAE-BDD1-6F8C-7C8953A98EF7}"/>
              </a:ext>
            </a:extLst>
          </p:cNvPr>
          <p:cNvSpPr txBox="1"/>
          <p:nvPr/>
        </p:nvSpPr>
        <p:spPr>
          <a:xfrm>
            <a:off x="7385024" y="3185673"/>
            <a:ext cx="2108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2"/>
                </a:solidFill>
                <a:effectLst/>
                <a:latin typeface="Google Sans Text"/>
              </a:rPr>
              <a:t>Lasso Regression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86D9D5-0D65-EA95-5481-FB69D9D154EA}"/>
              </a:ext>
            </a:extLst>
          </p:cNvPr>
          <p:cNvSpPr txBox="1"/>
          <p:nvPr/>
        </p:nvSpPr>
        <p:spPr>
          <a:xfrm>
            <a:off x="7385024" y="4706510"/>
            <a:ext cx="273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2"/>
                </a:solidFill>
                <a:effectLst/>
                <a:latin typeface="Google Sans Text"/>
              </a:rPr>
              <a:t>Random Forest Regressor</a:t>
            </a:r>
          </a:p>
        </p:txBody>
      </p:sp>
    </p:spTree>
    <p:extLst>
      <p:ext uri="{BB962C8B-B14F-4D97-AF65-F5344CB8AC3E}">
        <p14:creationId xmlns:p14="http://schemas.microsoft.com/office/powerpoint/2010/main" val="4458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7155-A80B-E49F-BD73-E7D5E38A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614" y="2952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Model Evaluation,</a:t>
            </a:r>
            <a:br>
              <a:rPr lang="en-IN" b="1" dirty="0"/>
            </a:br>
            <a:r>
              <a:rPr lang="en-IN" b="1" dirty="0"/>
              <a:t> Comparison &amp; </a:t>
            </a:r>
            <a:br>
              <a:rPr lang="en-IN" b="1" dirty="0"/>
            </a:br>
            <a:r>
              <a:rPr lang="en-IN" b="1" dirty="0"/>
              <a:t>Interpretation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A555E75-F7F9-EB71-70DA-91E1826C0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268678"/>
              </p:ext>
            </p:extLst>
          </p:nvPr>
        </p:nvGraphicFramePr>
        <p:xfrm>
          <a:off x="726045" y="2110960"/>
          <a:ext cx="5824658" cy="3975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7104B-76AD-8302-4872-D2FC3D89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Internship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DD70BF-B9DA-3D4E-E513-6A6CB32D3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7265" y="1444429"/>
            <a:ext cx="4198691" cy="2082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BC1961-3782-DEAE-F2E5-C6159BB280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7365" y="4103374"/>
            <a:ext cx="4310849" cy="110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1795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5" name="Top Left">
            <a:extLst>
              <a:ext uri="{FF2B5EF4-FFF2-40B4-BE49-F238E27FC236}">
                <a16:creationId xmlns:a16="http://schemas.microsoft.com/office/drawing/2014/main" id="{7A38728C-77BC-4E70-B960-689E1056E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77F1990-5FF8-435F-AEA0-EEADAC8AE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64785CE-2256-40E9-994A-5009BA339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ADB3A37-A8CF-4A83-9557-BCF0AE459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000F1EE-A903-4DF1-B7F4-7839D1C43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43B1BFC-D490-4EED-BCBD-CACB6CE5D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A0E29B4-595E-470E-B39E-AC8160BB4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7EDEB06-3957-4677-9B94-A5AA52A93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04747DD-3DAB-443F-B3DD-D573484D9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E31BF-4863-A737-6256-771D3248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9813"/>
            <a:ext cx="4811517" cy="5577934"/>
          </a:xfrm>
        </p:spPr>
        <p:txBody>
          <a:bodyPr>
            <a:normAutofit/>
          </a:bodyPr>
          <a:lstStyle/>
          <a:p>
            <a:r>
              <a:rPr lang="en-IN" sz="3700" b="1" dirty="0"/>
              <a:t>Key Insights &amp; Business Recommendations</a:t>
            </a:r>
          </a:p>
        </p:txBody>
      </p:sp>
      <p:grpSp>
        <p:nvGrpSpPr>
          <p:cNvPr id="75" name="Bottom Right">
            <a:extLst>
              <a:ext uri="{FF2B5EF4-FFF2-40B4-BE49-F238E27FC236}">
                <a16:creationId xmlns:a16="http://schemas.microsoft.com/office/drawing/2014/main" id="{79F18033-1460-4018-A612-7791A5944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DA575E3-8440-4D3D-ADE6-306C68A40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77" name="Graphic 157">
              <a:extLst>
                <a:ext uri="{FF2B5EF4-FFF2-40B4-BE49-F238E27FC236}">
                  <a16:creationId xmlns:a16="http://schemas.microsoft.com/office/drawing/2014/main" id="{97C091F6-0ACA-47D7-AD10-B0A6434C8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22CAA67-B5DC-4FC5-8F63-07975585B3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F0D0EED-0A88-4489-92EA-6BDE581E18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D1FA96F0-4E1A-4485-8096-5825381C0B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36D099C-F03A-4E04-90B8-1113710FCD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BDC2E18-6FEE-460E-B3F5-AE9699B679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1BC359D-4AD5-412F-BFD8-9BC2FDFA76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352F9A6-591C-49FF-BA68-8BCA6FC494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2FD30F0-A1E2-4FFC-BF98-2BF2C14B9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525A5-4091-0F2E-9704-5ED279070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134" y="716366"/>
            <a:ext cx="4984143" cy="539672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• Female education shows a consistent positive relationship with GDP per capita, highlighting its importance in economic development.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• Countries with higher female education levels tend to achieve better economic outcomes.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• </a:t>
            </a:r>
            <a:r>
              <a:rPr lang="en-US" sz="1800" b="1" dirty="0">
                <a:latin typeface="+mj-lt"/>
              </a:rPr>
              <a:t>Key Insight: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Education alone does not fully explain economic growth, indicating the influence of additional socio-economic factors.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• </a:t>
            </a:r>
            <a:r>
              <a:rPr lang="en-US" sz="1800" b="1" dirty="0">
                <a:latin typeface="+mj-lt"/>
              </a:rPr>
              <a:t>Business / Policy Recommendation: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+mj-lt"/>
              </a:rPr>
              <a:t> Policymakers should prioritize investment in female education alongside complementary economic and social development programs.</a:t>
            </a:r>
          </a:p>
          <a:p>
            <a:pPr>
              <a:lnSpc>
                <a:spcPct val="100000"/>
              </a:lnSpc>
            </a:pPr>
            <a:endParaRPr lang="en-IN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472F7-9446-020C-6B03-E48FCBFF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0165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2" name="Top Left">
            <a:extLst>
              <a:ext uri="{FF2B5EF4-FFF2-40B4-BE49-F238E27FC236}">
                <a16:creationId xmlns:a16="http://schemas.microsoft.com/office/drawing/2014/main" id="{D6CB783F-4879-4A56-B28A-1E2C9A95D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03B7790-AC1F-4C9E-82A5-0D3ED9135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4F41532-E3DD-4685-AF21-DC5A504FC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5153570-165D-4616-83D8-9A81A8594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8D218DB-9E8A-400D-A93E-5F3A437BD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FD9BE2F-E553-4E8C-A576-FF0883CD7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B66DC4-9D1C-4972-9B69-92E0B38ED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58D61B9-00C6-41E7-8666-EE5685A6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701468-47AF-4411-BA59-AE2B83A64B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6B7633-A6F9-3C46-9CC3-B95421EB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088" y="1692665"/>
            <a:ext cx="3812079" cy="1303040"/>
          </a:xfrm>
        </p:spPr>
        <p:txBody>
          <a:bodyPr anchor="t">
            <a:normAutofit/>
          </a:bodyPr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grpSp>
        <p:nvGrpSpPr>
          <p:cNvPr id="52" name="Bottom Right">
            <a:extLst>
              <a:ext uri="{FF2B5EF4-FFF2-40B4-BE49-F238E27FC236}">
                <a16:creationId xmlns:a16="http://schemas.microsoft.com/office/drawing/2014/main" id="{9028FA34-8D15-405C-A297-54A197D40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AED69D7-BD1D-491F-835F-95796C4DF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4" name="Graphic 157">
              <a:extLst>
                <a:ext uri="{FF2B5EF4-FFF2-40B4-BE49-F238E27FC236}">
                  <a16:creationId xmlns:a16="http://schemas.microsoft.com/office/drawing/2014/main" id="{9E8BC73D-4B2E-4536-8B48-265F656A8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DD0BD99-2EC5-440C-A81F-C604BF4118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BDB05EC-0C9A-43B3-A6AB-3D4A0C9700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0EC4D5A-F9ED-429B-8EFF-D45EA716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8E5202A-45FC-4ACF-A728-CEE4E4842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1AE8ADB-4E56-4A59-94AA-54D5CD6032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4A7AC17-663B-456E-984D-5322ADFA3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B2E6C460-0C43-446E-A206-1C62381E8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67203C1-C538-43DB-ADAF-111F27A2B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71566-EA0D-317B-809A-C0308C70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788" y="716366"/>
            <a:ext cx="5970490" cy="539672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This project explored the relationship between female education and economic growth using global datasets.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Exploratory analysis and regression models revealed a moderate  positive association between female education and GDP per capita.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While education plays an important role, economic growth is influenced by multiple additional factors beyond education alone.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The findings emphasize the importance of data-driven analysis in supporting policies aimed at social and economic development.</a:t>
            </a:r>
          </a:p>
          <a:p>
            <a:endParaRPr lang="en-IN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826A2-59AC-5DCA-46D2-1C07A186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443799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247A131F-D5DE-41A5-B4CF-4F345319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AF4666D-BD98-40A5-A75F-478B98201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68680585-71F9-4721-A998-4974171D2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12BC95C2-2EEC-4F59-ABA8-660B0D059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9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8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3A6C273A-38F2-4D34-98BF-47B24886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E2CF659-EE5D-432C-B47F-10AC4A48A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1" name="Footer Placeholder 42">
            <a:extLst>
              <a:ext uri="{FF2B5EF4-FFF2-40B4-BE49-F238E27FC236}">
                <a16:creationId xmlns:a16="http://schemas.microsoft.com/office/drawing/2014/main" id="{03E51277-1095-412F-913B-8FA8021AA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cap="all" spc="20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113" name="Left Left">
            <a:extLst>
              <a:ext uri="{FF2B5EF4-FFF2-40B4-BE49-F238E27FC236}">
                <a16:creationId xmlns:a16="http://schemas.microsoft.com/office/drawing/2014/main" id="{8537CE76-9FE9-4102-99A9-DDF75FFBB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087"/>
            <a:ext cx="7921775" cy="6887020"/>
            <a:chOff x="0" y="-3087"/>
            <a:chExt cx="7921775" cy="6887020"/>
          </a:xfrm>
        </p:grpSpPr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B8290FD7-BD78-4F93-95F4-04E90AAAE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AC51136-0D73-4393-9E3A-5DC3BCE9B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0919" y="61392"/>
              <a:ext cx="4450856" cy="6822541"/>
            </a:xfrm>
            <a:custGeom>
              <a:avLst/>
              <a:gdLst>
                <a:gd name="connsiteX0" fmla="*/ 545711 w 2478714"/>
                <a:gd name="connsiteY0" fmla="*/ 3799523 h 3799522"/>
                <a:gd name="connsiteX1" fmla="*/ 280820 w 2478714"/>
                <a:gd name="connsiteY1" fmla="*/ 3178874 h 3799522"/>
                <a:gd name="connsiteX2" fmla="*/ 43076 w 2478714"/>
                <a:gd name="connsiteY2" fmla="*/ 2663762 h 3799522"/>
                <a:gd name="connsiteX3" fmla="*/ 3167 w 2478714"/>
                <a:gd name="connsiteY3" fmla="*/ 2344769 h 3799522"/>
                <a:gd name="connsiteX4" fmla="*/ 117943 w 2478714"/>
                <a:gd name="connsiteY4" fmla="*/ 1976723 h 3799522"/>
                <a:gd name="connsiteX5" fmla="*/ 224242 w 2478714"/>
                <a:gd name="connsiteY5" fmla="*/ 1744123 h 3799522"/>
                <a:gd name="connsiteX6" fmla="*/ 447222 w 2478714"/>
                <a:gd name="connsiteY6" fmla="*/ 1569244 h 3799522"/>
                <a:gd name="connsiteX7" fmla="*/ 708588 w 2478714"/>
                <a:gd name="connsiteY7" fmla="*/ 1598295 h 3799522"/>
                <a:gd name="connsiteX8" fmla="*/ 1024532 w 2478714"/>
                <a:gd name="connsiteY8" fmla="*/ 1741837 h 3799522"/>
                <a:gd name="connsiteX9" fmla="*/ 1538692 w 2478714"/>
                <a:gd name="connsiteY9" fmla="*/ 1773460 h 3799522"/>
                <a:gd name="connsiteX10" fmla="*/ 1869019 w 2478714"/>
                <a:gd name="connsiteY10" fmla="*/ 1650016 h 3799522"/>
                <a:gd name="connsiteX11" fmla="*/ 2124670 w 2478714"/>
                <a:gd name="connsiteY11" fmla="*/ 1515047 h 3799522"/>
                <a:gd name="connsiteX12" fmla="*/ 2334410 w 2478714"/>
                <a:gd name="connsiteY12" fmla="*/ 1305401 h 3799522"/>
                <a:gd name="connsiteX13" fmla="*/ 2430232 w 2478714"/>
                <a:gd name="connsiteY13" fmla="*/ 933164 h 3799522"/>
                <a:gd name="connsiteX14" fmla="*/ 2430232 w 2478714"/>
                <a:gd name="connsiteY14" fmla="*/ 571786 h 3799522"/>
                <a:gd name="connsiteX15" fmla="*/ 2445472 w 2478714"/>
                <a:gd name="connsiteY15" fmla="*/ 315659 h 3799522"/>
                <a:gd name="connsiteX16" fmla="*/ 2478714 w 2478714"/>
                <a:gd name="connsiteY16" fmla="*/ 0 h 379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8714" h="3799522">
                  <a:moveTo>
                    <a:pt x="545711" y="3799523"/>
                  </a:moveTo>
                  <a:cubicBezTo>
                    <a:pt x="492847" y="3532346"/>
                    <a:pt x="330541" y="3270313"/>
                    <a:pt x="280820" y="3178874"/>
                  </a:cubicBezTo>
                  <a:cubicBezTo>
                    <a:pt x="190047" y="3012281"/>
                    <a:pt x="98988" y="2844832"/>
                    <a:pt x="43076" y="2663762"/>
                  </a:cubicBezTo>
                  <a:cubicBezTo>
                    <a:pt x="11072" y="2560130"/>
                    <a:pt x="-7882" y="2452402"/>
                    <a:pt x="3167" y="2344769"/>
                  </a:cubicBezTo>
                  <a:cubicBezTo>
                    <a:pt x="16311" y="2216468"/>
                    <a:pt x="71175" y="2097310"/>
                    <a:pt x="117943" y="1976723"/>
                  </a:cubicBezTo>
                  <a:cubicBezTo>
                    <a:pt x="148899" y="1896904"/>
                    <a:pt x="177569" y="1815751"/>
                    <a:pt x="224242" y="1744123"/>
                  </a:cubicBezTo>
                  <a:cubicBezTo>
                    <a:pt x="277677" y="1662017"/>
                    <a:pt x="352829" y="1593437"/>
                    <a:pt x="447222" y="1569244"/>
                  </a:cubicBezTo>
                  <a:cubicBezTo>
                    <a:pt x="534090" y="1547051"/>
                    <a:pt x="624387" y="1565910"/>
                    <a:pt x="708588" y="1598295"/>
                  </a:cubicBezTo>
                  <a:cubicBezTo>
                    <a:pt x="816697" y="1640015"/>
                    <a:pt x="915948" y="1701546"/>
                    <a:pt x="1024532" y="1741837"/>
                  </a:cubicBezTo>
                  <a:cubicBezTo>
                    <a:pt x="1188743" y="1802797"/>
                    <a:pt x="1367814" y="1811750"/>
                    <a:pt x="1538692" y="1773460"/>
                  </a:cubicBezTo>
                  <a:cubicBezTo>
                    <a:pt x="1653659" y="1747647"/>
                    <a:pt x="1761863" y="1699355"/>
                    <a:pt x="1869019" y="1650016"/>
                  </a:cubicBezTo>
                  <a:cubicBezTo>
                    <a:pt x="1956744" y="1609630"/>
                    <a:pt x="2044279" y="1568291"/>
                    <a:pt x="2124670" y="1515047"/>
                  </a:cubicBezTo>
                  <a:cubicBezTo>
                    <a:pt x="2208204" y="1459706"/>
                    <a:pt x="2282976" y="1391222"/>
                    <a:pt x="2334410" y="1305401"/>
                  </a:cubicBezTo>
                  <a:cubicBezTo>
                    <a:pt x="2401181" y="1194054"/>
                    <a:pt x="2423565" y="1063276"/>
                    <a:pt x="2430232" y="933164"/>
                  </a:cubicBezTo>
                  <a:cubicBezTo>
                    <a:pt x="2436423" y="812864"/>
                    <a:pt x="2428517" y="692277"/>
                    <a:pt x="2430232" y="571786"/>
                  </a:cubicBezTo>
                  <a:cubicBezTo>
                    <a:pt x="2431470" y="486251"/>
                    <a:pt x="2438233" y="400907"/>
                    <a:pt x="2445472" y="315659"/>
                  </a:cubicBezTo>
                  <a:cubicBezTo>
                    <a:pt x="2454426" y="210217"/>
                    <a:pt x="2463284" y="104680"/>
                    <a:pt x="247871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97C916B-9ECC-4507-BB37-8E8EC90DE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274" y="1582560"/>
              <a:ext cx="4133888" cy="5301373"/>
            </a:xfrm>
            <a:custGeom>
              <a:avLst/>
              <a:gdLst>
                <a:gd name="connsiteX0" fmla="*/ 2302193 w 2302192"/>
                <a:gd name="connsiteY0" fmla="*/ 2952373 h 2952373"/>
                <a:gd name="connsiteX1" fmla="*/ 2022729 w 2302192"/>
                <a:gd name="connsiteY1" fmla="*/ 2442309 h 2952373"/>
                <a:gd name="connsiteX2" fmla="*/ 1834039 w 2302192"/>
                <a:gd name="connsiteY2" fmla="*/ 1937199 h 2952373"/>
                <a:gd name="connsiteX3" fmla="*/ 1789748 w 2302192"/>
                <a:gd name="connsiteY3" fmla="*/ 1609063 h 2952373"/>
                <a:gd name="connsiteX4" fmla="*/ 1870139 w 2302192"/>
                <a:gd name="connsiteY4" fmla="*/ 1183962 h 2952373"/>
                <a:gd name="connsiteX5" fmla="*/ 2021110 w 2302192"/>
                <a:gd name="connsiteY5" fmla="*/ 743621 h 2952373"/>
                <a:gd name="connsiteX6" fmla="*/ 2010061 w 2302192"/>
                <a:gd name="connsiteY6" fmla="*/ 342047 h 2952373"/>
                <a:gd name="connsiteX7" fmla="*/ 1867376 w 2302192"/>
                <a:gd name="connsiteY7" fmla="*/ 55440 h 2952373"/>
                <a:gd name="connsiteX8" fmla="*/ 1652683 w 2302192"/>
                <a:gd name="connsiteY8" fmla="*/ 2862 h 2952373"/>
                <a:gd name="connsiteX9" fmla="*/ 1295305 w 2302192"/>
                <a:gd name="connsiteY9" fmla="*/ 234129 h 2952373"/>
                <a:gd name="connsiteX10" fmla="*/ 812101 w 2302192"/>
                <a:gd name="connsiteY10" fmla="*/ 886401 h 2952373"/>
                <a:gd name="connsiteX11" fmla="*/ 668846 w 2302192"/>
                <a:gd name="connsiteY11" fmla="*/ 1126145 h 2952373"/>
                <a:gd name="connsiteX12" fmla="*/ 498443 w 2302192"/>
                <a:gd name="connsiteY12" fmla="*/ 1405799 h 2952373"/>
                <a:gd name="connsiteX13" fmla="*/ 355759 w 2302192"/>
                <a:gd name="connsiteY13" fmla="*/ 1634304 h 2952373"/>
                <a:gd name="connsiteX14" fmla="*/ 161449 w 2302192"/>
                <a:gd name="connsiteY14" fmla="*/ 1913576 h 2952373"/>
                <a:gd name="connsiteX15" fmla="*/ 0 w 2302192"/>
                <a:gd name="connsiteY15" fmla="*/ 2189802 h 29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02192" h="2952373">
                  <a:moveTo>
                    <a:pt x="2302193" y="2952373"/>
                  </a:moveTo>
                  <a:cubicBezTo>
                    <a:pt x="2141125" y="2809308"/>
                    <a:pt x="2070068" y="2504603"/>
                    <a:pt x="2022729" y="2442309"/>
                  </a:cubicBezTo>
                  <a:cubicBezTo>
                    <a:pt x="1884140" y="2259810"/>
                    <a:pt x="1887760" y="2160274"/>
                    <a:pt x="1834039" y="1937199"/>
                  </a:cubicBezTo>
                  <a:cubicBezTo>
                    <a:pt x="1808131" y="1829376"/>
                    <a:pt x="1789367" y="1719838"/>
                    <a:pt x="1789748" y="1609063"/>
                  </a:cubicBezTo>
                  <a:cubicBezTo>
                    <a:pt x="1790224" y="1464092"/>
                    <a:pt x="1822418" y="1321122"/>
                    <a:pt x="1870139" y="1183962"/>
                  </a:cubicBezTo>
                  <a:cubicBezTo>
                    <a:pt x="1921288" y="1036896"/>
                    <a:pt x="1991868" y="896307"/>
                    <a:pt x="2021110" y="743621"/>
                  </a:cubicBezTo>
                  <a:cubicBezTo>
                    <a:pt x="2046637" y="610842"/>
                    <a:pt x="2036921" y="474730"/>
                    <a:pt x="2010061" y="342047"/>
                  </a:cubicBezTo>
                  <a:cubicBezTo>
                    <a:pt x="1988058" y="233367"/>
                    <a:pt x="1954340" y="122210"/>
                    <a:pt x="1867376" y="55440"/>
                  </a:cubicBezTo>
                  <a:cubicBezTo>
                    <a:pt x="1806512" y="8767"/>
                    <a:pt x="1728883" y="-7140"/>
                    <a:pt x="1652683" y="2862"/>
                  </a:cubicBezTo>
                  <a:cubicBezTo>
                    <a:pt x="1508474" y="21816"/>
                    <a:pt x="1395984" y="127068"/>
                    <a:pt x="1295305" y="234129"/>
                  </a:cubicBezTo>
                  <a:cubicBezTo>
                    <a:pt x="1109377" y="431772"/>
                    <a:pt x="953453" y="654657"/>
                    <a:pt x="812101" y="886401"/>
                  </a:cubicBezTo>
                  <a:cubicBezTo>
                    <a:pt x="763619" y="965934"/>
                    <a:pt x="716566" y="1046230"/>
                    <a:pt x="668846" y="1126145"/>
                  </a:cubicBezTo>
                  <a:cubicBezTo>
                    <a:pt x="612839" y="1219871"/>
                    <a:pt x="555308" y="1312644"/>
                    <a:pt x="498443" y="1405799"/>
                  </a:cubicBezTo>
                  <a:cubicBezTo>
                    <a:pt x="451676" y="1482475"/>
                    <a:pt x="405289" y="1559342"/>
                    <a:pt x="355759" y="1634304"/>
                  </a:cubicBezTo>
                  <a:cubicBezTo>
                    <a:pt x="293275" y="1728887"/>
                    <a:pt x="225362" y="1819946"/>
                    <a:pt x="161449" y="1913576"/>
                  </a:cubicBezTo>
                  <a:cubicBezTo>
                    <a:pt x="86487" y="2023495"/>
                    <a:pt x="0" y="2189802"/>
                    <a:pt x="0" y="2189802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4A55BEC3-ED67-47A9-8B6C-1ADC78977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455BA6E-D7A7-4CE3-8021-DAC5525E2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3087"/>
              <a:ext cx="17103" cy="17103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1982F18-8AD7-4AC9-AA4E-DF02E4248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931" y="3518322"/>
              <a:ext cx="2880722" cy="3317378"/>
            </a:xfrm>
            <a:custGeom>
              <a:avLst/>
              <a:gdLst>
                <a:gd name="connsiteX0" fmla="*/ 1604296 w 1604295"/>
                <a:gd name="connsiteY0" fmla="*/ 1847472 h 1847472"/>
                <a:gd name="connsiteX1" fmla="*/ 1517809 w 1604295"/>
                <a:gd name="connsiteY1" fmla="*/ 1544292 h 1847472"/>
                <a:gd name="connsiteX2" fmla="*/ 1394841 w 1604295"/>
                <a:gd name="connsiteY2" fmla="*/ 1183771 h 1847472"/>
                <a:gd name="connsiteX3" fmla="*/ 1318355 w 1604295"/>
                <a:gd name="connsiteY3" fmla="*/ 695233 h 1847472"/>
                <a:gd name="connsiteX4" fmla="*/ 1359884 w 1604295"/>
                <a:gd name="connsiteY4" fmla="*/ 397863 h 1847472"/>
                <a:gd name="connsiteX5" fmla="*/ 1359884 w 1604295"/>
                <a:gd name="connsiteY5" fmla="*/ 236700 h 1847472"/>
                <a:gd name="connsiteX6" fmla="*/ 1351598 w 1604295"/>
                <a:gd name="connsiteY6" fmla="*/ 67250 h 1847472"/>
                <a:gd name="connsiteX7" fmla="*/ 1316641 w 1604295"/>
                <a:gd name="connsiteY7" fmla="*/ 10767 h 1847472"/>
                <a:gd name="connsiteX8" fmla="*/ 1195292 w 1604295"/>
                <a:gd name="connsiteY8" fmla="*/ 34008 h 1847472"/>
                <a:gd name="connsiteX9" fmla="*/ 1005745 w 1604295"/>
                <a:gd name="connsiteY9" fmla="*/ 254988 h 1847472"/>
                <a:gd name="connsiteX10" fmla="*/ 763048 w 1604295"/>
                <a:gd name="connsiteY10" fmla="*/ 587315 h 1847472"/>
                <a:gd name="connsiteX11" fmla="*/ 548640 w 1604295"/>
                <a:gd name="connsiteY11" fmla="*/ 861444 h 1847472"/>
                <a:gd name="connsiteX12" fmla="*/ 328803 w 1604295"/>
                <a:gd name="connsiteY12" fmla="*/ 1145480 h 1847472"/>
                <a:gd name="connsiteX13" fmla="*/ 0 w 1604295"/>
                <a:gd name="connsiteY13" fmla="*/ 1607157 h 1847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4295" h="1847472">
                  <a:moveTo>
                    <a:pt x="1604296" y="1847472"/>
                  </a:moveTo>
                  <a:cubicBezTo>
                    <a:pt x="1573721" y="1753270"/>
                    <a:pt x="1548479" y="1638399"/>
                    <a:pt x="1517809" y="1544292"/>
                  </a:cubicBezTo>
                  <a:cubicBezTo>
                    <a:pt x="1478471" y="1423515"/>
                    <a:pt x="1432846" y="1304929"/>
                    <a:pt x="1394841" y="1183771"/>
                  </a:cubicBezTo>
                  <a:cubicBezTo>
                    <a:pt x="1345025" y="1024893"/>
                    <a:pt x="1305497" y="860778"/>
                    <a:pt x="1318355" y="695233"/>
                  </a:cubicBezTo>
                  <a:cubicBezTo>
                    <a:pt x="1326071" y="595316"/>
                    <a:pt x="1353312" y="497780"/>
                    <a:pt x="1359884" y="397863"/>
                  </a:cubicBezTo>
                  <a:cubicBezTo>
                    <a:pt x="1363409" y="344237"/>
                    <a:pt x="1359503" y="290421"/>
                    <a:pt x="1359884" y="236700"/>
                  </a:cubicBezTo>
                  <a:cubicBezTo>
                    <a:pt x="1360265" y="179740"/>
                    <a:pt x="1366076" y="122114"/>
                    <a:pt x="1351598" y="67250"/>
                  </a:cubicBezTo>
                  <a:cubicBezTo>
                    <a:pt x="1345692" y="44866"/>
                    <a:pt x="1335691" y="23530"/>
                    <a:pt x="1316641" y="10767"/>
                  </a:cubicBezTo>
                  <a:cubicBezTo>
                    <a:pt x="1279874" y="-13998"/>
                    <a:pt x="1233202" y="8290"/>
                    <a:pt x="1195292" y="34008"/>
                  </a:cubicBezTo>
                  <a:cubicBezTo>
                    <a:pt x="1114330" y="89062"/>
                    <a:pt x="1060990" y="173644"/>
                    <a:pt x="1005745" y="254988"/>
                  </a:cubicBezTo>
                  <a:cubicBezTo>
                    <a:pt x="928688" y="368526"/>
                    <a:pt x="847058" y="478825"/>
                    <a:pt x="763048" y="587315"/>
                  </a:cubicBezTo>
                  <a:cubicBezTo>
                    <a:pt x="691991" y="679041"/>
                    <a:pt x="621697" y="771338"/>
                    <a:pt x="548640" y="861444"/>
                  </a:cubicBezTo>
                  <a:cubicBezTo>
                    <a:pt x="425672" y="1012987"/>
                    <a:pt x="453866" y="995747"/>
                    <a:pt x="328803" y="1145480"/>
                  </a:cubicBezTo>
                  <a:cubicBezTo>
                    <a:pt x="294418" y="1186628"/>
                    <a:pt x="21146" y="1558103"/>
                    <a:pt x="0" y="16071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1DF022E9-BB42-4B40-8D21-526490319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69" y="2957679"/>
              <a:ext cx="2196245" cy="3010367"/>
            </a:xfrm>
            <a:custGeom>
              <a:avLst/>
              <a:gdLst>
                <a:gd name="connsiteX0" fmla="*/ 1223105 w 1223105"/>
                <a:gd name="connsiteY0" fmla="*/ 0 h 1676495"/>
                <a:gd name="connsiteX1" fmla="*/ 1000792 w 1223105"/>
                <a:gd name="connsiteY1" fmla="*/ 254794 h 1676495"/>
                <a:gd name="connsiteX2" fmla="*/ 744760 w 1223105"/>
                <a:gd name="connsiteY2" fmla="*/ 651891 h 1676495"/>
                <a:gd name="connsiteX3" fmla="*/ 345758 w 1223105"/>
                <a:gd name="connsiteY3" fmla="*/ 1231773 h 1676495"/>
                <a:gd name="connsiteX4" fmla="*/ 0 w 1223105"/>
                <a:gd name="connsiteY4" fmla="*/ 1676495 h 167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5" h="1676495">
                  <a:moveTo>
                    <a:pt x="1223105" y="0"/>
                  </a:moveTo>
                  <a:cubicBezTo>
                    <a:pt x="1136523" y="72771"/>
                    <a:pt x="1066324" y="162401"/>
                    <a:pt x="1000792" y="254794"/>
                  </a:cubicBezTo>
                  <a:cubicBezTo>
                    <a:pt x="909733" y="383286"/>
                    <a:pt x="827723" y="517970"/>
                    <a:pt x="744760" y="651891"/>
                  </a:cubicBezTo>
                  <a:cubicBezTo>
                    <a:pt x="621030" y="851726"/>
                    <a:pt x="497777" y="1052608"/>
                    <a:pt x="345758" y="1231773"/>
                  </a:cubicBezTo>
                  <a:cubicBezTo>
                    <a:pt x="248888" y="1345978"/>
                    <a:pt x="61722" y="1540764"/>
                    <a:pt x="0" y="16764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20A41D9-190B-4ECE-9AAF-326AFB1F7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34043" y="2855696"/>
              <a:ext cx="1200999" cy="3994030"/>
            </a:xfrm>
            <a:custGeom>
              <a:avLst/>
              <a:gdLst>
                <a:gd name="connsiteX0" fmla="*/ 668846 w 668845"/>
                <a:gd name="connsiteY0" fmla="*/ 2224305 h 2224304"/>
                <a:gd name="connsiteX1" fmla="*/ 486918 w 668845"/>
                <a:gd name="connsiteY1" fmla="*/ 1944365 h 2224304"/>
                <a:gd name="connsiteX2" fmla="*/ 376809 w 668845"/>
                <a:gd name="connsiteY2" fmla="*/ 1659663 h 2224304"/>
                <a:gd name="connsiteX3" fmla="*/ 319373 w 668845"/>
                <a:gd name="connsiteY3" fmla="*/ 1425157 h 2224304"/>
                <a:gd name="connsiteX4" fmla="*/ 264319 w 668845"/>
                <a:gd name="connsiteY4" fmla="*/ 1130834 h 2224304"/>
                <a:gd name="connsiteX5" fmla="*/ 278702 w 668845"/>
                <a:gd name="connsiteY5" fmla="*/ 882041 h 2224304"/>
                <a:gd name="connsiteX6" fmla="*/ 302609 w 668845"/>
                <a:gd name="connsiteY6" fmla="*/ 736118 h 2224304"/>
                <a:gd name="connsiteX7" fmla="*/ 360045 w 668845"/>
                <a:gd name="connsiteY7" fmla="*/ 444177 h 2224304"/>
                <a:gd name="connsiteX8" fmla="*/ 386334 w 668845"/>
                <a:gd name="connsiteY8" fmla="*/ 233675 h 2224304"/>
                <a:gd name="connsiteX9" fmla="*/ 0 w 668845"/>
                <a:gd name="connsiteY9" fmla="*/ 56795 h 222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8845" h="2224304">
                  <a:moveTo>
                    <a:pt x="668846" y="2224305"/>
                  </a:moveTo>
                  <a:cubicBezTo>
                    <a:pt x="599218" y="2137151"/>
                    <a:pt x="537210" y="2043996"/>
                    <a:pt x="486918" y="1944365"/>
                  </a:cubicBezTo>
                  <a:cubicBezTo>
                    <a:pt x="441008" y="1853306"/>
                    <a:pt x="404717" y="1757770"/>
                    <a:pt x="376809" y="1659663"/>
                  </a:cubicBezTo>
                  <a:cubicBezTo>
                    <a:pt x="354806" y="1582224"/>
                    <a:pt x="337757" y="1503548"/>
                    <a:pt x="319373" y="1425157"/>
                  </a:cubicBezTo>
                  <a:cubicBezTo>
                    <a:pt x="296418" y="1327811"/>
                    <a:pt x="270510" y="1230657"/>
                    <a:pt x="264319" y="1130834"/>
                  </a:cubicBezTo>
                  <a:cubicBezTo>
                    <a:pt x="259080" y="1047681"/>
                    <a:pt x="266891" y="964528"/>
                    <a:pt x="278702" y="882041"/>
                  </a:cubicBezTo>
                  <a:cubicBezTo>
                    <a:pt x="285655" y="833274"/>
                    <a:pt x="293751" y="784601"/>
                    <a:pt x="302609" y="736118"/>
                  </a:cubicBezTo>
                  <a:cubicBezTo>
                    <a:pt x="320516" y="638582"/>
                    <a:pt x="339471" y="541237"/>
                    <a:pt x="360045" y="444177"/>
                  </a:cubicBezTo>
                  <a:cubicBezTo>
                    <a:pt x="374809" y="374549"/>
                    <a:pt x="389763" y="304541"/>
                    <a:pt x="386334" y="233675"/>
                  </a:cubicBezTo>
                  <a:cubicBezTo>
                    <a:pt x="383191" y="168809"/>
                    <a:pt x="391287" y="-120751"/>
                    <a:pt x="0" y="56795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D210F1D-9ADF-414C-A17C-AB79923C7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7437" y="5668418"/>
              <a:ext cx="1982111" cy="1181308"/>
            </a:xfrm>
            <a:custGeom>
              <a:avLst/>
              <a:gdLst>
                <a:gd name="connsiteX0" fmla="*/ 1103852 w 1103852"/>
                <a:gd name="connsiteY0" fmla="*/ 657879 h 657879"/>
                <a:gd name="connsiteX1" fmla="*/ 883063 w 1103852"/>
                <a:gd name="connsiteY1" fmla="*/ 177724 h 657879"/>
                <a:gd name="connsiteX2" fmla="*/ 678085 w 1103852"/>
                <a:gd name="connsiteY2" fmla="*/ 17132 h 657879"/>
                <a:gd name="connsiteX3" fmla="*/ 461962 w 1103852"/>
                <a:gd name="connsiteY3" fmla="*/ 17132 h 657879"/>
                <a:gd name="connsiteX4" fmla="*/ 136398 w 1103852"/>
                <a:gd name="connsiteY4" fmla="*/ 267735 h 657879"/>
                <a:gd name="connsiteX5" fmla="*/ 0 w 1103852"/>
                <a:gd name="connsiteY5" fmla="*/ 650830 h 657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852" h="657879">
                  <a:moveTo>
                    <a:pt x="1103852" y="657879"/>
                  </a:moveTo>
                  <a:cubicBezTo>
                    <a:pt x="1071563" y="576250"/>
                    <a:pt x="937546" y="246494"/>
                    <a:pt x="883063" y="177724"/>
                  </a:cubicBezTo>
                  <a:cubicBezTo>
                    <a:pt x="828104" y="108382"/>
                    <a:pt x="761238" y="46279"/>
                    <a:pt x="678085" y="17132"/>
                  </a:cubicBezTo>
                  <a:cubicBezTo>
                    <a:pt x="608171" y="-7347"/>
                    <a:pt x="533210" y="-4013"/>
                    <a:pt x="461962" y="17132"/>
                  </a:cubicBezTo>
                  <a:cubicBezTo>
                    <a:pt x="326898" y="57137"/>
                    <a:pt x="214027" y="150101"/>
                    <a:pt x="136398" y="267735"/>
                  </a:cubicBezTo>
                  <a:cubicBezTo>
                    <a:pt x="86773" y="343078"/>
                    <a:pt x="16764" y="562153"/>
                    <a:pt x="0" y="65083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E86BDC4-2999-4C29-B7FC-1C0BD5FF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25817"/>
              <a:ext cx="2282549" cy="5138883"/>
            </a:xfrm>
            <a:custGeom>
              <a:avLst/>
              <a:gdLst>
                <a:gd name="connsiteX0" fmla="*/ 0 w 1271168"/>
                <a:gd name="connsiteY0" fmla="*/ 2861882 h 2861881"/>
                <a:gd name="connsiteX1" fmla="*/ 115157 w 1271168"/>
                <a:gd name="connsiteY1" fmla="*/ 2685002 h 2861881"/>
                <a:gd name="connsiteX2" fmla="*/ 277178 w 1271168"/>
                <a:gd name="connsiteY2" fmla="*/ 2461070 h 2861881"/>
                <a:gd name="connsiteX3" fmla="*/ 421958 w 1271168"/>
                <a:gd name="connsiteY3" fmla="*/ 2209514 h 2861881"/>
                <a:gd name="connsiteX4" fmla="*/ 690848 w 1271168"/>
                <a:gd name="connsiteY4" fmla="*/ 1751267 h 2861881"/>
                <a:gd name="connsiteX5" fmla="*/ 830580 w 1271168"/>
                <a:gd name="connsiteY5" fmla="*/ 1451039 h 2861881"/>
                <a:gd name="connsiteX6" fmla="*/ 917067 w 1271168"/>
                <a:gd name="connsiteY6" fmla="*/ 1276541 h 2861881"/>
                <a:gd name="connsiteX7" fmla="*/ 1114901 w 1271168"/>
                <a:gd name="connsiteY7" fmla="*/ 965835 h 2861881"/>
                <a:gd name="connsiteX8" fmla="*/ 1204627 w 1271168"/>
                <a:gd name="connsiteY8" fmla="*/ 819626 h 2861881"/>
                <a:gd name="connsiteX9" fmla="*/ 1271111 w 1271168"/>
                <a:gd name="connsiteY9" fmla="*/ 585311 h 2861881"/>
                <a:gd name="connsiteX10" fmla="*/ 1128141 w 1271168"/>
                <a:gd name="connsiteY10" fmla="*/ 292894 h 2861881"/>
                <a:gd name="connsiteX11" fmla="*/ 882110 w 1271168"/>
                <a:gd name="connsiteY11" fmla="*/ 135065 h 2861881"/>
                <a:gd name="connsiteX12" fmla="*/ 574929 w 1271168"/>
                <a:gd name="connsiteY12" fmla="*/ 0 h 2861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1168" h="2861881">
                  <a:moveTo>
                    <a:pt x="0" y="2861882"/>
                  </a:moveTo>
                  <a:cubicBezTo>
                    <a:pt x="0" y="2861882"/>
                    <a:pt x="67151" y="2751201"/>
                    <a:pt x="115157" y="2685002"/>
                  </a:cubicBezTo>
                  <a:cubicBezTo>
                    <a:pt x="169259" y="2610326"/>
                    <a:pt x="226981" y="2538317"/>
                    <a:pt x="277178" y="2461070"/>
                  </a:cubicBezTo>
                  <a:cubicBezTo>
                    <a:pt x="329946" y="2379917"/>
                    <a:pt x="374142" y="2293715"/>
                    <a:pt x="421958" y="2209514"/>
                  </a:cubicBezTo>
                  <a:cubicBezTo>
                    <a:pt x="509492" y="2055495"/>
                    <a:pt x="609695" y="1908715"/>
                    <a:pt x="690848" y="1751267"/>
                  </a:cubicBezTo>
                  <a:cubicBezTo>
                    <a:pt x="741426" y="1653159"/>
                    <a:pt x="784670" y="1551432"/>
                    <a:pt x="830580" y="1451039"/>
                  </a:cubicBezTo>
                  <a:cubicBezTo>
                    <a:pt x="857631" y="1391984"/>
                    <a:pt x="885635" y="1333405"/>
                    <a:pt x="917067" y="1276541"/>
                  </a:cubicBezTo>
                  <a:cubicBezTo>
                    <a:pt x="976408" y="1169003"/>
                    <a:pt x="1046417" y="1067848"/>
                    <a:pt x="1114901" y="965835"/>
                  </a:cubicBezTo>
                  <a:cubicBezTo>
                    <a:pt x="1146810" y="918305"/>
                    <a:pt x="1177671" y="870109"/>
                    <a:pt x="1204627" y="819626"/>
                  </a:cubicBezTo>
                  <a:cubicBezTo>
                    <a:pt x="1243679" y="746665"/>
                    <a:pt x="1272635" y="667703"/>
                    <a:pt x="1271111" y="585311"/>
                  </a:cubicBezTo>
                  <a:cubicBezTo>
                    <a:pt x="1269111" y="473012"/>
                    <a:pt x="1209485" y="371284"/>
                    <a:pt x="1128141" y="292894"/>
                  </a:cubicBezTo>
                  <a:cubicBezTo>
                    <a:pt x="1057561" y="224790"/>
                    <a:pt x="971836" y="175260"/>
                    <a:pt x="882110" y="135065"/>
                  </a:cubicBezTo>
                  <a:cubicBezTo>
                    <a:pt x="779907" y="89249"/>
                    <a:pt x="672560" y="54673"/>
                    <a:pt x="574929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B516199-FDCE-4EE0-B33C-E2F1CC575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53524"/>
              <a:ext cx="1650357" cy="4733534"/>
            </a:xfrm>
            <a:custGeom>
              <a:avLst/>
              <a:gdLst>
                <a:gd name="connsiteX0" fmla="*/ 0 w 919096"/>
                <a:gd name="connsiteY0" fmla="*/ 2636139 h 2636139"/>
                <a:gd name="connsiteX1" fmla="*/ 274415 w 919096"/>
                <a:gd name="connsiteY1" fmla="*/ 2218277 h 2636139"/>
                <a:gd name="connsiteX2" fmla="*/ 607981 w 919096"/>
                <a:gd name="connsiteY2" fmla="*/ 1655921 h 2636139"/>
                <a:gd name="connsiteX3" fmla="*/ 792290 w 919096"/>
                <a:gd name="connsiteY3" fmla="*/ 1163003 h 2636139"/>
                <a:gd name="connsiteX4" fmla="*/ 914400 w 919096"/>
                <a:gd name="connsiteY4" fmla="*/ 808863 h 2636139"/>
                <a:gd name="connsiteX5" fmla="*/ 847344 w 919096"/>
                <a:gd name="connsiteY5" fmla="*/ 516922 h 2636139"/>
                <a:gd name="connsiteX6" fmla="*/ 610362 w 919096"/>
                <a:gd name="connsiteY6" fmla="*/ 366141 h 2636139"/>
                <a:gd name="connsiteX7" fmla="*/ 361379 w 919096"/>
                <a:gd name="connsiteY7" fmla="*/ 222599 h 2636139"/>
                <a:gd name="connsiteX8" fmla="*/ 67056 w 919096"/>
                <a:gd name="connsiteY8" fmla="*/ 0 h 263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9096" h="2636139">
                  <a:moveTo>
                    <a:pt x="0" y="2636139"/>
                  </a:moveTo>
                  <a:cubicBezTo>
                    <a:pt x="0" y="2636139"/>
                    <a:pt x="162020" y="2392394"/>
                    <a:pt x="274415" y="2218277"/>
                  </a:cubicBezTo>
                  <a:cubicBezTo>
                    <a:pt x="392906" y="2034730"/>
                    <a:pt x="518732" y="1854994"/>
                    <a:pt x="607981" y="1655921"/>
                  </a:cubicBezTo>
                  <a:cubicBezTo>
                    <a:pt x="679799" y="1495806"/>
                    <a:pt x="726091" y="1325594"/>
                    <a:pt x="792290" y="1163003"/>
                  </a:cubicBezTo>
                  <a:cubicBezTo>
                    <a:pt x="839724" y="1046607"/>
                    <a:pt x="897922" y="933164"/>
                    <a:pt x="914400" y="808863"/>
                  </a:cubicBezTo>
                  <a:cubicBezTo>
                    <a:pt x="928116" y="705326"/>
                    <a:pt x="913543" y="596932"/>
                    <a:pt x="847344" y="516922"/>
                  </a:cubicBezTo>
                  <a:cubicBezTo>
                    <a:pt x="786956" y="444056"/>
                    <a:pt x="696087" y="407956"/>
                    <a:pt x="610362" y="366141"/>
                  </a:cubicBezTo>
                  <a:cubicBezTo>
                    <a:pt x="524161" y="324136"/>
                    <a:pt x="442722" y="273272"/>
                    <a:pt x="361379" y="222599"/>
                  </a:cubicBezTo>
                  <a:cubicBezTo>
                    <a:pt x="245459" y="150400"/>
                    <a:pt x="126968" y="121348"/>
                    <a:pt x="6705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0977889-42DF-485A-AD50-8AA766DBF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379002"/>
              <a:ext cx="1123546" cy="4116271"/>
            </a:xfrm>
            <a:custGeom>
              <a:avLst/>
              <a:gdLst>
                <a:gd name="connsiteX0" fmla="*/ 0 w 625711"/>
                <a:gd name="connsiteY0" fmla="*/ 2292382 h 2292381"/>
                <a:gd name="connsiteX1" fmla="*/ 181070 w 625711"/>
                <a:gd name="connsiteY1" fmla="*/ 2019967 h 2292381"/>
                <a:gd name="connsiteX2" fmla="*/ 385000 w 625711"/>
                <a:gd name="connsiteY2" fmla="*/ 1640967 h 2292381"/>
                <a:gd name="connsiteX3" fmla="*/ 514255 w 625711"/>
                <a:gd name="connsiteY3" fmla="*/ 1376839 h 2292381"/>
                <a:gd name="connsiteX4" fmla="*/ 606171 w 625711"/>
                <a:gd name="connsiteY4" fmla="*/ 1015079 h 2292381"/>
                <a:gd name="connsiteX5" fmla="*/ 606171 w 625711"/>
                <a:gd name="connsiteY5" fmla="*/ 673418 h 2292381"/>
                <a:gd name="connsiteX6" fmla="*/ 485489 w 625711"/>
                <a:gd name="connsiteY6" fmla="*/ 475297 h 2292381"/>
                <a:gd name="connsiteX7" fmla="*/ 313182 w 625711"/>
                <a:gd name="connsiteY7" fmla="*/ 328898 h 2292381"/>
                <a:gd name="connsiteX8" fmla="*/ 173831 w 625711"/>
                <a:gd name="connsiteY8" fmla="*/ 189643 h 2292381"/>
                <a:gd name="connsiteX9" fmla="*/ 0 w 625711"/>
                <a:gd name="connsiteY9" fmla="*/ 0 h 229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711" h="2292381">
                  <a:moveTo>
                    <a:pt x="0" y="2292382"/>
                  </a:moveTo>
                  <a:cubicBezTo>
                    <a:pt x="0" y="2292382"/>
                    <a:pt x="110776" y="2140363"/>
                    <a:pt x="181070" y="2019967"/>
                  </a:cubicBezTo>
                  <a:cubicBezTo>
                    <a:pt x="253460" y="1896047"/>
                    <a:pt x="318325" y="1768031"/>
                    <a:pt x="385000" y="1640967"/>
                  </a:cubicBezTo>
                  <a:cubicBezTo>
                    <a:pt x="430625" y="1554099"/>
                    <a:pt x="478536" y="1468184"/>
                    <a:pt x="514255" y="1376839"/>
                  </a:cubicBezTo>
                  <a:cubicBezTo>
                    <a:pt x="559689" y="1260634"/>
                    <a:pt x="585788" y="1138333"/>
                    <a:pt x="606171" y="1015079"/>
                  </a:cubicBezTo>
                  <a:cubicBezTo>
                    <a:pt x="625031" y="900779"/>
                    <a:pt x="638556" y="784003"/>
                    <a:pt x="606171" y="673418"/>
                  </a:cubicBezTo>
                  <a:cubicBezTo>
                    <a:pt x="584168" y="598075"/>
                    <a:pt x="540258" y="531590"/>
                    <a:pt x="485489" y="475297"/>
                  </a:cubicBezTo>
                  <a:cubicBezTo>
                    <a:pt x="432911" y="421195"/>
                    <a:pt x="369475" y="379095"/>
                    <a:pt x="313182" y="328898"/>
                  </a:cubicBezTo>
                  <a:cubicBezTo>
                    <a:pt x="264128" y="285179"/>
                    <a:pt x="219361" y="237077"/>
                    <a:pt x="173831" y="189643"/>
                  </a:cubicBezTo>
                  <a:cubicBezTo>
                    <a:pt x="109347" y="122111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5E58B9D-EEFE-4A2A-B6C8-E2FEC0E99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798206"/>
              <a:ext cx="756945" cy="3350210"/>
            </a:xfrm>
            <a:custGeom>
              <a:avLst/>
              <a:gdLst>
                <a:gd name="connsiteX0" fmla="*/ 0 w 421548"/>
                <a:gd name="connsiteY0" fmla="*/ 0 h 1865756"/>
                <a:gd name="connsiteX1" fmla="*/ 258699 w 421548"/>
                <a:gd name="connsiteY1" fmla="*/ 330803 h 1865756"/>
                <a:gd name="connsiteX2" fmla="*/ 408051 w 421548"/>
                <a:gd name="connsiteY2" fmla="*/ 617887 h 1865756"/>
                <a:gd name="connsiteX3" fmla="*/ 408051 w 421548"/>
                <a:gd name="connsiteY3" fmla="*/ 910781 h 1865756"/>
                <a:gd name="connsiteX4" fmla="*/ 336233 w 421548"/>
                <a:gd name="connsiteY4" fmla="*/ 1269683 h 1865756"/>
                <a:gd name="connsiteX5" fmla="*/ 186881 w 421548"/>
                <a:gd name="connsiteY5" fmla="*/ 1582674 h 1865756"/>
                <a:gd name="connsiteX6" fmla="*/ 0 w 421548"/>
                <a:gd name="connsiteY6" fmla="*/ 1865757 h 186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1548" h="1865756">
                  <a:moveTo>
                    <a:pt x="0" y="0"/>
                  </a:moveTo>
                  <a:cubicBezTo>
                    <a:pt x="0" y="0"/>
                    <a:pt x="155734" y="188309"/>
                    <a:pt x="258699" y="330803"/>
                  </a:cubicBezTo>
                  <a:cubicBezTo>
                    <a:pt x="322517" y="419100"/>
                    <a:pt x="383096" y="512255"/>
                    <a:pt x="408051" y="617887"/>
                  </a:cubicBezTo>
                  <a:cubicBezTo>
                    <a:pt x="430625" y="713613"/>
                    <a:pt x="420815" y="812768"/>
                    <a:pt x="408051" y="910781"/>
                  </a:cubicBezTo>
                  <a:cubicBezTo>
                    <a:pt x="392240" y="1032129"/>
                    <a:pt x="376142" y="1154049"/>
                    <a:pt x="336233" y="1269683"/>
                  </a:cubicBezTo>
                  <a:cubicBezTo>
                    <a:pt x="298418" y="1379125"/>
                    <a:pt x="246412" y="1483138"/>
                    <a:pt x="186881" y="1582674"/>
                  </a:cubicBezTo>
                  <a:cubicBezTo>
                    <a:pt x="122777" y="1689640"/>
                    <a:pt x="0" y="1865757"/>
                    <a:pt x="0" y="186575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E222EF5-289A-4258-B83D-D12632FCC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247513"/>
              <a:ext cx="515229" cy="2438941"/>
            </a:xfrm>
            <a:custGeom>
              <a:avLst/>
              <a:gdLst>
                <a:gd name="connsiteX0" fmla="*/ 11621 w 286935"/>
                <a:gd name="connsiteY0" fmla="*/ 1358265 h 1358264"/>
                <a:gd name="connsiteX1" fmla="*/ 163830 w 286935"/>
                <a:gd name="connsiteY1" fmla="*/ 1157287 h 1358264"/>
                <a:gd name="connsiteX2" fmla="*/ 258604 w 286935"/>
                <a:gd name="connsiteY2" fmla="*/ 858679 h 1358264"/>
                <a:gd name="connsiteX3" fmla="*/ 284417 w 286935"/>
                <a:gd name="connsiteY3" fmla="*/ 577310 h 1358264"/>
                <a:gd name="connsiteX4" fmla="*/ 215456 w 286935"/>
                <a:gd name="connsiteY4" fmla="*/ 330422 h 1358264"/>
                <a:gd name="connsiteX5" fmla="*/ 0 w 286935"/>
                <a:gd name="connsiteY5" fmla="*/ 0 h 1358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935" h="1358264">
                  <a:moveTo>
                    <a:pt x="11621" y="1358265"/>
                  </a:moveTo>
                  <a:cubicBezTo>
                    <a:pt x="11621" y="1358265"/>
                    <a:pt x="104299" y="1269016"/>
                    <a:pt x="163830" y="1157287"/>
                  </a:cubicBezTo>
                  <a:cubicBezTo>
                    <a:pt x="213074" y="1064800"/>
                    <a:pt x="237458" y="961453"/>
                    <a:pt x="258604" y="858679"/>
                  </a:cubicBezTo>
                  <a:cubicBezTo>
                    <a:pt x="277749" y="765905"/>
                    <a:pt x="293180" y="671512"/>
                    <a:pt x="284417" y="577310"/>
                  </a:cubicBezTo>
                  <a:cubicBezTo>
                    <a:pt x="276511" y="491680"/>
                    <a:pt x="250412" y="409099"/>
                    <a:pt x="215456" y="330422"/>
                  </a:cubicBezTo>
                  <a:cubicBezTo>
                    <a:pt x="153353" y="190405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0F7805C-EAB3-456D-8438-881EB6A85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103" y="1752232"/>
              <a:ext cx="300409" cy="1599679"/>
            </a:xfrm>
            <a:custGeom>
              <a:avLst/>
              <a:gdLst>
                <a:gd name="connsiteX0" fmla="*/ 0 w 167300"/>
                <a:gd name="connsiteY0" fmla="*/ 0 h 890873"/>
                <a:gd name="connsiteX1" fmla="*/ 143732 w 167300"/>
                <a:gd name="connsiteY1" fmla="*/ 233077 h 890873"/>
                <a:gd name="connsiteX2" fmla="*/ 160973 w 167300"/>
                <a:gd name="connsiteY2" fmla="*/ 482822 h 890873"/>
                <a:gd name="connsiteX3" fmla="*/ 0 w 167300"/>
                <a:gd name="connsiteY3" fmla="*/ 890873 h 89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300" h="890873">
                  <a:moveTo>
                    <a:pt x="0" y="0"/>
                  </a:moveTo>
                  <a:cubicBezTo>
                    <a:pt x="0" y="0"/>
                    <a:pt x="110585" y="127254"/>
                    <a:pt x="143732" y="233077"/>
                  </a:cubicBezTo>
                  <a:cubicBezTo>
                    <a:pt x="168974" y="313563"/>
                    <a:pt x="172593" y="399098"/>
                    <a:pt x="160973" y="482822"/>
                  </a:cubicBezTo>
                  <a:cubicBezTo>
                    <a:pt x="136970" y="655892"/>
                    <a:pt x="0" y="890873"/>
                    <a:pt x="0" y="890873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983AD33-ADA4-45F1-9B3D-D6506B623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131253" y="14016"/>
              <a:ext cx="5523537" cy="3012568"/>
            </a:xfrm>
            <a:custGeom>
              <a:avLst/>
              <a:gdLst>
                <a:gd name="connsiteX0" fmla="*/ 3076099 w 3076098"/>
                <a:gd name="connsiteY0" fmla="*/ 12287 h 1677721"/>
                <a:gd name="connsiteX1" fmla="*/ 3054287 w 3076098"/>
                <a:gd name="connsiteY1" fmla="*/ 609029 h 1677721"/>
                <a:gd name="connsiteX2" fmla="*/ 3054287 w 3076098"/>
                <a:gd name="connsiteY2" fmla="*/ 824770 h 1677721"/>
                <a:gd name="connsiteX3" fmla="*/ 3002375 w 3076098"/>
                <a:gd name="connsiteY3" fmla="*/ 1158240 h 1677721"/>
                <a:gd name="connsiteX4" fmla="*/ 2945797 w 3076098"/>
                <a:gd name="connsiteY4" fmla="*/ 1277112 h 1677721"/>
                <a:gd name="connsiteX5" fmla="*/ 2706815 w 3076098"/>
                <a:gd name="connsiteY5" fmla="*/ 1492853 h 1677721"/>
                <a:gd name="connsiteX6" fmla="*/ 2451735 w 3076098"/>
                <a:gd name="connsiteY6" fmla="*/ 1618583 h 1677721"/>
                <a:gd name="connsiteX7" fmla="*/ 2128457 w 3076098"/>
                <a:gd name="connsiteY7" fmla="*/ 1677448 h 1677721"/>
                <a:gd name="connsiteX8" fmla="*/ 1672495 w 3076098"/>
                <a:gd name="connsiteY8" fmla="*/ 1505522 h 1677721"/>
                <a:gd name="connsiteX9" fmla="*/ 1445038 w 3076098"/>
                <a:gd name="connsiteY9" fmla="*/ 1230916 h 1677721"/>
                <a:gd name="connsiteX10" fmla="*/ 1381506 w 3076098"/>
                <a:gd name="connsiteY10" fmla="*/ 1044035 h 1677721"/>
                <a:gd name="connsiteX11" fmla="*/ 1260253 w 3076098"/>
                <a:gd name="connsiteY11" fmla="*/ 837533 h 1677721"/>
                <a:gd name="connsiteX12" fmla="*/ 1108520 w 3076098"/>
                <a:gd name="connsiteY12" fmla="*/ 772954 h 1677721"/>
                <a:gd name="connsiteX13" fmla="*/ 955358 w 3076098"/>
                <a:gd name="connsiteY13" fmla="*/ 751427 h 1677721"/>
                <a:gd name="connsiteX14" fmla="*/ 763810 w 3076098"/>
                <a:gd name="connsiteY14" fmla="*/ 764762 h 1677721"/>
                <a:gd name="connsiteX15" fmla="*/ 651224 w 3076098"/>
                <a:gd name="connsiteY15" fmla="*/ 728186 h 1677721"/>
                <a:gd name="connsiteX16" fmla="*/ 510730 w 3076098"/>
                <a:gd name="connsiteY16" fmla="*/ 587788 h 1677721"/>
                <a:gd name="connsiteX17" fmla="*/ 323183 w 3076098"/>
                <a:gd name="connsiteY17" fmla="*/ 353187 h 1677721"/>
                <a:gd name="connsiteX18" fmla="*/ 0 w 3076098"/>
                <a:gd name="connsiteY18" fmla="*/ 0 h 167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76098" h="1677721">
                  <a:moveTo>
                    <a:pt x="3076099" y="12287"/>
                  </a:moveTo>
                  <a:cubicBezTo>
                    <a:pt x="3069336" y="183071"/>
                    <a:pt x="3053525" y="438150"/>
                    <a:pt x="3054287" y="609029"/>
                  </a:cubicBezTo>
                  <a:cubicBezTo>
                    <a:pt x="3054572" y="680942"/>
                    <a:pt x="3056477" y="752856"/>
                    <a:pt x="3054287" y="824770"/>
                  </a:cubicBezTo>
                  <a:cubicBezTo>
                    <a:pt x="3050858" y="937832"/>
                    <a:pt x="3038285" y="1051084"/>
                    <a:pt x="3002375" y="1158240"/>
                  </a:cubicBezTo>
                  <a:cubicBezTo>
                    <a:pt x="2988374" y="1200055"/>
                    <a:pt x="2969895" y="1240155"/>
                    <a:pt x="2945797" y="1277112"/>
                  </a:cubicBezTo>
                  <a:cubicBezTo>
                    <a:pt x="2886742" y="1367885"/>
                    <a:pt x="2798636" y="1434846"/>
                    <a:pt x="2706815" y="1492853"/>
                  </a:cubicBezTo>
                  <a:cubicBezTo>
                    <a:pt x="2626424" y="1543717"/>
                    <a:pt x="2541080" y="1586103"/>
                    <a:pt x="2451735" y="1618583"/>
                  </a:cubicBezTo>
                  <a:cubicBezTo>
                    <a:pt x="2347817" y="1656398"/>
                    <a:pt x="2238851" y="1680591"/>
                    <a:pt x="2128457" y="1677448"/>
                  </a:cubicBezTo>
                  <a:cubicBezTo>
                    <a:pt x="1962436" y="1672781"/>
                    <a:pt x="1804702" y="1606677"/>
                    <a:pt x="1672495" y="1505522"/>
                  </a:cubicBezTo>
                  <a:cubicBezTo>
                    <a:pt x="1576483" y="1432084"/>
                    <a:pt x="1493520" y="1341501"/>
                    <a:pt x="1445038" y="1230916"/>
                  </a:cubicBezTo>
                  <a:cubicBezTo>
                    <a:pt x="1418653" y="1170623"/>
                    <a:pt x="1401794" y="1106710"/>
                    <a:pt x="1381506" y="1044035"/>
                  </a:cubicBezTo>
                  <a:cubicBezTo>
                    <a:pt x="1356360" y="966026"/>
                    <a:pt x="1324261" y="887730"/>
                    <a:pt x="1260253" y="837533"/>
                  </a:cubicBezTo>
                  <a:cubicBezTo>
                    <a:pt x="1216628" y="803243"/>
                    <a:pt x="1162717" y="786194"/>
                    <a:pt x="1108520" y="772954"/>
                  </a:cubicBezTo>
                  <a:cubicBezTo>
                    <a:pt x="1058228" y="760667"/>
                    <a:pt x="1007078" y="750570"/>
                    <a:pt x="955358" y="751427"/>
                  </a:cubicBezTo>
                  <a:cubicBezTo>
                    <a:pt x="891064" y="752475"/>
                    <a:pt x="827818" y="770001"/>
                    <a:pt x="763810" y="764762"/>
                  </a:cubicBezTo>
                  <a:cubicBezTo>
                    <a:pt x="723995" y="761524"/>
                    <a:pt x="685514" y="748760"/>
                    <a:pt x="651224" y="728186"/>
                  </a:cubicBezTo>
                  <a:cubicBezTo>
                    <a:pt x="594074" y="693896"/>
                    <a:pt x="552545" y="639985"/>
                    <a:pt x="510730" y="587788"/>
                  </a:cubicBezTo>
                  <a:cubicBezTo>
                    <a:pt x="448151" y="509683"/>
                    <a:pt x="384524" y="432245"/>
                    <a:pt x="323183" y="353187"/>
                  </a:cubicBezTo>
                  <a:cubicBezTo>
                    <a:pt x="246221" y="253937"/>
                    <a:pt x="94202" y="82868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FDFF4B0-571B-4024-BE54-B11D022B8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7455" y="75587"/>
              <a:ext cx="4681672" cy="2637228"/>
            </a:xfrm>
            <a:custGeom>
              <a:avLst/>
              <a:gdLst>
                <a:gd name="connsiteX0" fmla="*/ 2568321 w 2607257"/>
                <a:gd name="connsiteY0" fmla="*/ 18002 h 1468691"/>
                <a:gd name="connsiteX1" fmla="*/ 2590609 w 2607257"/>
                <a:gd name="connsiteY1" fmla="*/ 258509 h 1468691"/>
                <a:gd name="connsiteX2" fmla="*/ 2606802 w 2607257"/>
                <a:gd name="connsiteY2" fmla="*/ 563118 h 1468691"/>
                <a:gd name="connsiteX3" fmla="*/ 2587181 w 2607257"/>
                <a:gd name="connsiteY3" fmla="*/ 910400 h 1468691"/>
                <a:gd name="connsiteX4" fmla="*/ 2568702 w 2607257"/>
                <a:gd name="connsiteY4" fmla="*/ 1001554 h 1468691"/>
                <a:gd name="connsiteX5" fmla="*/ 2407063 w 2607257"/>
                <a:gd name="connsiteY5" fmla="*/ 1262348 h 1468691"/>
                <a:gd name="connsiteX6" fmla="*/ 2211896 w 2607257"/>
                <a:gd name="connsiteY6" fmla="*/ 1390078 h 1468691"/>
                <a:gd name="connsiteX7" fmla="*/ 1936623 w 2607257"/>
                <a:gd name="connsiteY7" fmla="*/ 1466660 h 1468691"/>
                <a:gd name="connsiteX8" fmla="*/ 1749933 w 2607257"/>
                <a:gd name="connsiteY8" fmla="*/ 1447514 h 1468691"/>
                <a:gd name="connsiteX9" fmla="*/ 1594295 w 2607257"/>
                <a:gd name="connsiteY9" fmla="*/ 1351788 h 1468691"/>
                <a:gd name="connsiteX10" fmla="*/ 1512951 w 2607257"/>
                <a:gd name="connsiteY10" fmla="*/ 1227392 h 1468691"/>
                <a:gd name="connsiteX11" fmla="*/ 1500949 w 2607257"/>
                <a:gd name="connsiteY11" fmla="*/ 992886 h 1468691"/>
                <a:gd name="connsiteX12" fmla="*/ 1541621 w 2607257"/>
                <a:gd name="connsiteY12" fmla="*/ 803910 h 1468691"/>
                <a:gd name="connsiteX13" fmla="*/ 1541621 w 2607257"/>
                <a:gd name="connsiteY13" fmla="*/ 665131 h 1468691"/>
                <a:gd name="connsiteX14" fmla="*/ 1429131 w 2607257"/>
                <a:gd name="connsiteY14" fmla="*/ 526352 h 1468691"/>
                <a:gd name="connsiteX15" fmla="*/ 1163383 w 2607257"/>
                <a:gd name="connsiteY15" fmla="*/ 449771 h 1468691"/>
                <a:gd name="connsiteX16" fmla="*/ 811530 w 2607257"/>
                <a:gd name="connsiteY16" fmla="*/ 406718 h 1468691"/>
                <a:gd name="connsiteX17" fmla="*/ 574548 w 2607257"/>
                <a:gd name="connsiteY17" fmla="*/ 354044 h 1468691"/>
                <a:gd name="connsiteX18" fmla="*/ 284893 w 2607257"/>
                <a:gd name="connsiteY18" fmla="*/ 224885 h 1468691"/>
                <a:gd name="connsiteX19" fmla="*/ 0 w 2607257"/>
                <a:gd name="connsiteY19" fmla="*/ 0 h 146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607257" h="1468691">
                  <a:moveTo>
                    <a:pt x="2568321" y="18002"/>
                  </a:moveTo>
                  <a:cubicBezTo>
                    <a:pt x="2574989" y="70009"/>
                    <a:pt x="2587752" y="206121"/>
                    <a:pt x="2590609" y="258509"/>
                  </a:cubicBezTo>
                  <a:cubicBezTo>
                    <a:pt x="2596134" y="360045"/>
                    <a:pt x="2604707" y="461486"/>
                    <a:pt x="2606802" y="563118"/>
                  </a:cubicBezTo>
                  <a:cubicBezTo>
                    <a:pt x="2609088" y="679228"/>
                    <a:pt x="2602802" y="795338"/>
                    <a:pt x="2587181" y="910400"/>
                  </a:cubicBezTo>
                  <a:cubicBezTo>
                    <a:pt x="2582990" y="941165"/>
                    <a:pt x="2577274" y="971645"/>
                    <a:pt x="2568702" y="1001554"/>
                  </a:cubicBezTo>
                  <a:cubicBezTo>
                    <a:pt x="2540222" y="1101471"/>
                    <a:pt x="2482501" y="1190816"/>
                    <a:pt x="2407063" y="1262348"/>
                  </a:cubicBezTo>
                  <a:cubicBezTo>
                    <a:pt x="2350294" y="1316165"/>
                    <a:pt x="2283047" y="1357313"/>
                    <a:pt x="2211896" y="1390078"/>
                  </a:cubicBezTo>
                  <a:cubicBezTo>
                    <a:pt x="2124742" y="1430179"/>
                    <a:pt x="2032159" y="1458754"/>
                    <a:pt x="1936623" y="1466660"/>
                  </a:cubicBezTo>
                  <a:cubicBezTo>
                    <a:pt x="1873567" y="1471898"/>
                    <a:pt x="1809845" y="1467517"/>
                    <a:pt x="1749933" y="1447514"/>
                  </a:cubicBezTo>
                  <a:cubicBezTo>
                    <a:pt x="1691449" y="1428083"/>
                    <a:pt x="1638109" y="1395222"/>
                    <a:pt x="1594295" y="1351788"/>
                  </a:cubicBezTo>
                  <a:cubicBezTo>
                    <a:pt x="1558576" y="1316450"/>
                    <a:pt x="1530001" y="1274540"/>
                    <a:pt x="1512951" y="1227392"/>
                  </a:cubicBezTo>
                  <a:cubicBezTo>
                    <a:pt x="1485900" y="1152811"/>
                    <a:pt x="1487519" y="1071467"/>
                    <a:pt x="1500949" y="992886"/>
                  </a:cubicBezTo>
                  <a:cubicBezTo>
                    <a:pt x="1511808" y="929354"/>
                    <a:pt x="1529810" y="867251"/>
                    <a:pt x="1541621" y="803910"/>
                  </a:cubicBezTo>
                  <a:cubicBezTo>
                    <a:pt x="1550194" y="757714"/>
                    <a:pt x="1554194" y="710279"/>
                    <a:pt x="1541621" y="665131"/>
                  </a:cubicBezTo>
                  <a:cubicBezTo>
                    <a:pt x="1525143" y="605981"/>
                    <a:pt x="1481233" y="559403"/>
                    <a:pt x="1429131" y="526352"/>
                  </a:cubicBezTo>
                  <a:cubicBezTo>
                    <a:pt x="1350455" y="476536"/>
                    <a:pt x="1256157" y="461772"/>
                    <a:pt x="1163383" y="449771"/>
                  </a:cubicBezTo>
                  <a:cubicBezTo>
                    <a:pt x="1046131" y="434626"/>
                    <a:pt x="928306" y="424720"/>
                    <a:pt x="811530" y="406718"/>
                  </a:cubicBezTo>
                  <a:cubicBezTo>
                    <a:pt x="731425" y="394335"/>
                    <a:pt x="652081" y="377571"/>
                    <a:pt x="574548" y="354044"/>
                  </a:cubicBezTo>
                  <a:cubicBezTo>
                    <a:pt x="472916" y="323279"/>
                    <a:pt x="375094" y="280702"/>
                    <a:pt x="284893" y="224885"/>
                  </a:cubicBezTo>
                  <a:cubicBezTo>
                    <a:pt x="181832" y="161068"/>
                    <a:pt x="90868" y="80296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AAFCF65-2460-413A-ACF0-C1FC44DE6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0305" y="31802"/>
              <a:ext cx="3763077" cy="2110194"/>
            </a:xfrm>
            <a:custGeom>
              <a:avLst/>
              <a:gdLst>
                <a:gd name="connsiteX0" fmla="*/ 1950434 w 2095685"/>
                <a:gd name="connsiteY0" fmla="*/ 0 h 1175182"/>
                <a:gd name="connsiteX1" fmla="*/ 2077307 w 2095685"/>
                <a:gd name="connsiteY1" fmla="*/ 479108 h 1175182"/>
                <a:gd name="connsiteX2" fmla="*/ 2089309 w 2095685"/>
                <a:gd name="connsiteY2" fmla="*/ 826008 h 1175182"/>
                <a:gd name="connsiteX3" fmla="*/ 1987582 w 2095685"/>
                <a:gd name="connsiteY3" fmla="*/ 1101185 h 1175182"/>
                <a:gd name="connsiteX4" fmla="*/ 1818037 w 2095685"/>
                <a:gd name="connsiteY4" fmla="*/ 1173004 h 1175182"/>
                <a:gd name="connsiteX5" fmla="*/ 1694402 w 2095685"/>
                <a:gd name="connsiteY5" fmla="*/ 1157097 h 1175182"/>
                <a:gd name="connsiteX6" fmla="*/ 1594676 w 2095685"/>
                <a:gd name="connsiteY6" fmla="*/ 1013555 h 1175182"/>
                <a:gd name="connsiteX7" fmla="*/ 1664494 w 2095685"/>
                <a:gd name="connsiteY7" fmla="*/ 790289 h 1175182"/>
                <a:gd name="connsiteX8" fmla="*/ 1684401 w 2095685"/>
                <a:gd name="connsiteY8" fmla="*/ 527114 h 1175182"/>
                <a:gd name="connsiteX9" fmla="*/ 1550765 w 2095685"/>
                <a:gd name="connsiteY9" fmla="*/ 343662 h 1175182"/>
                <a:gd name="connsiteX10" fmla="*/ 1315402 w 2095685"/>
                <a:gd name="connsiteY10" fmla="*/ 265938 h 1175182"/>
                <a:gd name="connsiteX11" fmla="*/ 876586 w 2095685"/>
                <a:gd name="connsiteY11" fmla="*/ 200120 h 1175182"/>
                <a:gd name="connsiteX12" fmla="*/ 591312 w 2095685"/>
                <a:gd name="connsiteY12" fmla="*/ 186119 h 1175182"/>
                <a:gd name="connsiteX13" fmla="*/ 0 w 2095685"/>
                <a:gd name="connsiteY13" fmla="*/ 16669 h 1175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5685" h="1175182">
                  <a:moveTo>
                    <a:pt x="1950434" y="0"/>
                  </a:moveTo>
                  <a:cubicBezTo>
                    <a:pt x="1973485" y="77629"/>
                    <a:pt x="2063115" y="399383"/>
                    <a:pt x="2077307" y="479108"/>
                  </a:cubicBezTo>
                  <a:cubicBezTo>
                    <a:pt x="2097786" y="593693"/>
                    <a:pt x="2100167" y="710089"/>
                    <a:pt x="2089309" y="826008"/>
                  </a:cubicBezTo>
                  <a:cubicBezTo>
                    <a:pt x="2079784" y="927545"/>
                    <a:pt x="2061401" y="1032891"/>
                    <a:pt x="1987582" y="1101185"/>
                  </a:cubicBezTo>
                  <a:cubicBezTo>
                    <a:pt x="1941481" y="1143762"/>
                    <a:pt x="1880616" y="1165670"/>
                    <a:pt x="1818037" y="1173004"/>
                  </a:cubicBezTo>
                  <a:cubicBezTo>
                    <a:pt x="1775746" y="1177957"/>
                    <a:pt x="1732693" y="1175195"/>
                    <a:pt x="1694402" y="1157097"/>
                  </a:cubicBezTo>
                  <a:cubicBezTo>
                    <a:pt x="1638110" y="1130427"/>
                    <a:pt x="1600295" y="1075373"/>
                    <a:pt x="1594676" y="1013555"/>
                  </a:cubicBezTo>
                  <a:cubicBezTo>
                    <a:pt x="1587532" y="934879"/>
                    <a:pt x="1635633" y="864870"/>
                    <a:pt x="1664494" y="790289"/>
                  </a:cubicBezTo>
                  <a:cubicBezTo>
                    <a:pt x="1696974" y="706279"/>
                    <a:pt x="1708594" y="613791"/>
                    <a:pt x="1684401" y="527114"/>
                  </a:cubicBezTo>
                  <a:cubicBezTo>
                    <a:pt x="1663351" y="451580"/>
                    <a:pt x="1616488" y="386620"/>
                    <a:pt x="1550765" y="343662"/>
                  </a:cubicBezTo>
                  <a:cubicBezTo>
                    <a:pt x="1480947" y="298133"/>
                    <a:pt x="1397508" y="282131"/>
                    <a:pt x="1315402" y="265938"/>
                  </a:cubicBezTo>
                  <a:cubicBezTo>
                    <a:pt x="1170051" y="237173"/>
                    <a:pt x="1024128" y="212027"/>
                    <a:pt x="876586" y="200120"/>
                  </a:cubicBezTo>
                  <a:cubicBezTo>
                    <a:pt x="781717" y="192500"/>
                    <a:pt x="686276" y="193643"/>
                    <a:pt x="591312" y="186119"/>
                  </a:cubicBezTo>
                  <a:cubicBezTo>
                    <a:pt x="465296" y="176213"/>
                    <a:pt x="160211" y="193453"/>
                    <a:pt x="0" y="16669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2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3" name="Bottom Right">
            <a:extLst>
              <a:ext uri="{FF2B5EF4-FFF2-40B4-BE49-F238E27FC236}">
                <a16:creationId xmlns:a16="http://schemas.microsoft.com/office/drawing/2014/main" id="{2FD3C428-0CD4-4982-9FCB-A1DA31DAB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D926B860-509A-462C-939D-1228807419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35" name="Graphic 157">
              <a:extLst>
                <a:ext uri="{FF2B5EF4-FFF2-40B4-BE49-F238E27FC236}">
                  <a16:creationId xmlns:a16="http://schemas.microsoft.com/office/drawing/2014/main" id="{E8DA9A1C-0C32-4D32-B495-C7AFE9BD22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3B2027C5-4FDA-4FA3-AE84-FCDB27EA19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D5FFE10-65B2-4214-AAB1-C642EC1EA0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3F092169-0764-4241-A73B-244F103AC6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8B2323AE-8E74-4F8F-8E7D-B28A29562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C2810E87-7FB1-4229-A073-8F7FCDA85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12C3670-50A3-4FBC-B4CF-9AB9CEBD25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8370B855-82B3-40F2-ACC4-A1B51AF106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2C32237-68B1-4203-BA12-AEAC01EC1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86818CE-4307-DA6D-A319-0CD5F11D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418" y="2505991"/>
            <a:ext cx="10191942" cy="3173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6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45" name="Cross">
            <a:extLst>
              <a:ext uri="{FF2B5EF4-FFF2-40B4-BE49-F238E27FC236}">
                <a16:creationId xmlns:a16="http://schemas.microsoft.com/office/drawing/2014/main" id="{DDB99EF5-8801-40E2-83D3-196FADCBB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30939" y="2851863"/>
            <a:ext cx="118872" cy="118872"/>
            <a:chOff x="1175347" y="3733800"/>
            <a:chExt cx="118872" cy="118872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0FE3A76-C0EC-41F2-92AD-1A75BA377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22AF00A-AACB-4D06-A706-4231FD4EC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914E3-9BAA-0EB3-3C61-7F5FEDD2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rPr>
              <a:t>Data Science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1099096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1922299C3CC04C8D01BBBF419EAD0A" ma:contentTypeVersion="4" ma:contentTypeDescription="Create a new document." ma:contentTypeScope="" ma:versionID="9171f853ba08b59507ab691c03957146">
  <xsd:schema xmlns:xsd="http://www.w3.org/2001/XMLSchema" xmlns:xs="http://www.w3.org/2001/XMLSchema" xmlns:p="http://schemas.microsoft.com/office/2006/metadata/properties" xmlns:ns3="6fe49ab6-6dce-4457-9f22-eefeeae7b7f9" targetNamespace="http://schemas.microsoft.com/office/2006/metadata/properties" ma:root="true" ma:fieldsID="bd11b4277eef0641f4b2eb215480f12f" ns3:_="">
    <xsd:import namespace="6fe49ab6-6dce-4457-9f22-eefeeae7b7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49ab6-6dce-4457-9f22-eefeeae7b7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6D9DE-51AA-4AE0-86B9-6440071F69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e49ab6-6dce-4457-9f22-eefeeae7b7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78CE23-55E3-49EB-AAF9-50AB026477A5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6fe49ab6-6dce-4457-9f22-eefeeae7b7f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CAB0C8-9121-4A99-982E-B0990D5364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770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Avenir Next LT Pro</vt:lpstr>
      <vt:lpstr>AvenirNext LT Pro Medium</vt:lpstr>
      <vt:lpstr>Google Sans Text</vt:lpstr>
      <vt:lpstr>Sagona Book</vt:lpstr>
      <vt:lpstr>Segoe UI Semilight</vt:lpstr>
      <vt:lpstr>Wingdings</vt:lpstr>
      <vt:lpstr>ExploreVTI</vt:lpstr>
      <vt:lpstr>Female Education and Economic Growth </vt:lpstr>
      <vt:lpstr>Objective of the study </vt:lpstr>
      <vt:lpstr>Problem Statement and Data Source</vt:lpstr>
      <vt:lpstr>Research Questions</vt:lpstr>
      <vt:lpstr>🛠️ Tools &amp; Technologies Used</vt:lpstr>
      <vt:lpstr>Methodology</vt:lpstr>
      <vt:lpstr>Data Cleaning And  Reshaping</vt:lpstr>
      <vt:lpstr>Exploratory Data  Analysis (EDA)</vt:lpstr>
      <vt:lpstr>Feature Engineering &amp;  Data Preparation </vt:lpstr>
      <vt:lpstr>Model Building</vt:lpstr>
      <vt:lpstr>Model Evaluation,  Comparison &amp;  Interpretation</vt:lpstr>
      <vt:lpstr>Key Insights &amp; Business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jangir</dc:creator>
  <cp:lastModifiedBy>Muskan Jangir</cp:lastModifiedBy>
  <cp:revision>4</cp:revision>
  <dcterms:created xsi:type="dcterms:W3CDTF">2026-01-12T13:32:51Z</dcterms:created>
  <dcterms:modified xsi:type="dcterms:W3CDTF">2026-01-19T12:01:12Z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0x010100AA1922299C3CC04C8D01BBBF419EAD0A</vt:lpwstr>
  </property>
</Properties>
</file>